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4" r:id="rId2"/>
    <p:sldId id="308" r:id="rId3"/>
    <p:sldId id="305" r:id="rId4"/>
    <p:sldId id="295" r:id="rId5"/>
    <p:sldId id="289" r:id="rId6"/>
    <p:sldId id="307" r:id="rId7"/>
    <p:sldId id="257" r:id="rId8"/>
    <p:sldId id="309" r:id="rId9"/>
    <p:sldId id="306" r:id="rId1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70EC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3"/>
    <p:restoredTop sz="94648"/>
  </p:normalViewPr>
  <p:slideViewPr>
    <p:cSldViewPr>
      <p:cViewPr varScale="1">
        <p:scale>
          <a:sx n="74" d="100"/>
          <a:sy n="74" d="100"/>
        </p:scale>
        <p:origin x="16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BBAFB-40B6-D54A-827F-F4793DC53A35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C29E5-52AF-8E4D-A2E4-2FC77A5FA7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5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1BDD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1BDD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1BDD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1BDD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088DF-7616-6BB9-0C83-C7434D49809E}"/>
              </a:ext>
            </a:extLst>
          </p:cNvPr>
          <p:cNvSpPr txBox="1"/>
          <p:nvPr userDrawn="1"/>
        </p:nvSpPr>
        <p:spPr>
          <a:xfrm>
            <a:off x="8686800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</a:r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302" y="894746"/>
            <a:ext cx="1505585" cy="395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1BDD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245D3-81F5-B762-CBFC-A99D3A6A14A2}"/>
              </a:ext>
            </a:extLst>
          </p:cNvPr>
          <p:cNvSpPr txBox="1"/>
          <p:nvPr userDrawn="1"/>
        </p:nvSpPr>
        <p:spPr>
          <a:xfrm>
            <a:off x="8686800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</a:r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2.svg"/><Relationship Id="rId5" Type="http://schemas.openxmlformats.org/officeDocument/2006/relationships/image" Target="../media/image28.emf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rsaatech.com/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0279" y="0"/>
            <a:ext cx="6708140" cy="4703445"/>
            <a:chOff x="3350279" y="0"/>
            <a:chExt cx="6708140" cy="4703445"/>
          </a:xfrm>
        </p:grpSpPr>
        <p:sp>
          <p:nvSpPr>
            <p:cNvPr id="3" name="object 3"/>
            <p:cNvSpPr/>
            <p:nvPr/>
          </p:nvSpPr>
          <p:spPr>
            <a:xfrm>
              <a:off x="9052243" y="911712"/>
              <a:ext cx="1006475" cy="1790700"/>
            </a:xfrm>
            <a:custGeom>
              <a:avLst/>
              <a:gdLst/>
              <a:ahLst/>
              <a:cxnLst/>
              <a:rect l="l" t="t" r="r" b="b"/>
              <a:pathLst>
                <a:path w="1006475" h="1790700">
                  <a:moveTo>
                    <a:pt x="0" y="1790339"/>
                  </a:moveTo>
                  <a:lnTo>
                    <a:pt x="0" y="381937"/>
                  </a:lnTo>
                  <a:lnTo>
                    <a:pt x="1006156" y="0"/>
                  </a:lnTo>
                  <a:lnTo>
                    <a:pt x="1006156" y="1408401"/>
                  </a:lnTo>
                  <a:lnTo>
                    <a:pt x="0" y="1790339"/>
                  </a:lnTo>
                  <a:close/>
                </a:path>
              </a:pathLst>
            </a:custGeom>
            <a:solidFill>
              <a:srgbClr val="433830"/>
            </a:solidFill>
          </p:spPr>
          <p:txBody>
            <a:bodyPr wrap="square" lIns="0" tIns="0" rIns="0" bIns="0" rtlCol="0"/>
            <a:lstStyle/>
            <a:p>
              <a:endParaRPr dirty="0">
                <a:latin typeface="Aptos" panose="020B0004020202020204" pitchFamily="34" charset="0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0279" y="0"/>
              <a:ext cx="6708120" cy="47030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2799" y="0"/>
              <a:ext cx="6675120" cy="4667885"/>
            </a:xfrm>
            <a:custGeom>
              <a:avLst/>
              <a:gdLst/>
              <a:ahLst/>
              <a:cxnLst/>
              <a:rect l="l" t="t" r="r" b="b"/>
              <a:pathLst>
                <a:path w="6675120" h="4667885">
                  <a:moveTo>
                    <a:pt x="0" y="4667414"/>
                  </a:moveTo>
                  <a:lnTo>
                    <a:pt x="0" y="0"/>
                  </a:lnTo>
                  <a:lnTo>
                    <a:pt x="6674515" y="0"/>
                  </a:lnTo>
                  <a:lnTo>
                    <a:pt x="6674515" y="2133767"/>
                  </a:lnTo>
                  <a:lnTo>
                    <a:pt x="0" y="4667414"/>
                  </a:lnTo>
                  <a:close/>
                </a:path>
              </a:pathLst>
            </a:custGeom>
            <a:solidFill>
              <a:srgbClr val="21BDD6">
                <a:alpha val="8587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6401933" y="6384404"/>
            <a:ext cx="3656965" cy="1388110"/>
          </a:xfrm>
          <a:custGeom>
            <a:avLst/>
            <a:gdLst/>
            <a:ahLst/>
            <a:cxnLst/>
            <a:rect l="l" t="t" r="r" b="b"/>
            <a:pathLst>
              <a:path w="3656965" h="1388109">
                <a:moveTo>
                  <a:pt x="3656466" y="1387995"/>
                </a:moveTo>
                <a:lnTo>
                  <a:pt x="0" y="1387995"/>
                </a:lnTo>
                <a:lnTo>
                  <a:pt x="3656466" y="0"/>
                </a:lnTo>
                <a:lnTo>
                  <a:pt x="3656466" y="1387995"/>
                </a:lnTo>
                <a:close/>
              </a:path>
            </a:pathLst>
          </a:custGeom>
          <a:solidFill>
            <a:srgbClr val="433830"/>
          </a:solidFill>
        </p:spPr>
        <p:txBody>
          <a:bodyPr wrap="square" lIns="0" tIns="0" rIns="0" bIns="0" rtlCol="0"/>
          <a:lstStyle/>
          <a:p>
            <a:endParaRPr dirty="0">
              <a:latin typeface="Aptos" panose="020B00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23638" y="778763"/>
            <a:ext cx="3964304" cy="3962400"/>
          </a:xfrm>
          <a:custGeom>
            <a:avLst/>
            <a:gdLst/>
            <a:ahLst/>
            <a:cxnLst/>
            <a:rect l="l" t="t" r="r" b="b"/>
            <a:pathLst>
              <a:path w="3964304" h="3962400">
                <a:moveTo>
                  <a:pt x="2077876" y="12700"/>
                </a:moveTo>
                <a:lnTo>
                  <a:pt x="1886046" y="12700"/>
                </a:lnTo>
                <a:lnTo>
                  <a:pt x="1933865" y="0"/>
                </a:lnTo>
                <a:lnTo>
                  <a:pt x="2030058" y="0"/>
                </a:lnTo>
                <a:lnTo>
                  <a:pt x="2077876" y="12700"/>
                </a:lnTo>
                <a:close/>
              </a:path>
              <a:path w="3964304" h="3962400">
                <a:moveTo>
                  <a:pt x="2312334" y="38100"/>
                </a:moveTo>
                <a:lnTo>
                  <a:pt x="1651589" y="38100"/>
                </a:lnTo>
                <a:lnTo>
                  <a:pt x="1744393" y="12700"/>
                </a:lnTo>
                <a:lnTo>
                  <a:pt x="2219530" y="12700"/>
                </a:lnTo>
                <a:lnTo>
                  <a:pt x="2312334" y="38100"/>
                </a:lnTo>
                <a:close/>
              </a:path>
              <a:path w="3964304" h="3962400">
                <a:moveTo>
                  <a:pt x="2357990" y="3937000"/>
                </a:moveTo>
                <a:lnTo>
                  <a:pt x="1605715" y="3937000"/>
                </a:lnTo>
                <a:lnTo>
                  <a:pt x="1295689" y="3848100"/>
                </a:lnTo>
                <a:lnTo>
                  <a:pt x="1253139" y="3835400"/>
                </a:lnTo>
                <a:lnTo>
                  <a:pt x="1211065" y="3810000"/>
                </a:lnTo>
                <a:lnTo>
                  <a:pt x="1169477" y="3797300"/>
                </a:lnTo>
                <a:lnTo>
                  <a:pt x="1128390" y="3771900"/>
                </a:lnTo>
                <a:lnTo>
                  <a:pt x="1087817" y="3759200"/>
                </a:lnTo>
                <a:lnTo>
                  <a:pt x="1008262" y="3708400"/>
                </a:lnTo>
                <a:lnTo>
                  <a:pt x="969308" y="3695700"/>
                </a:lnTo>
                <a:lnTo>
                  <a:pt x="930918" y="3670300"/>
                </a:lnTo>
                <a:lnTo>
                  <a:pt x="893108" y="3644900"/>
                </a:lnTo>
                <a:lnTo>
                  <a:pt x="855889" y="3619500"/>
                </a:lnTo>
                <a:lnTo>
                  <a:pt x="819276" y="3594100"/>
                </a:lnTo>
                <a:lnTo>
                  <a:pt x="783280" y="3568700"/>
                </a:lnTo>
                <a:lnTo>
                  <a:pt x="747915" y="3530600"/>
                </a:lnTo>
                <a:lnTo>
                  <a:pt x="713194" y="3505200"/>
                </a:lnTo>
                <a:lnTo>
                  <a:pt x="679130" y="3479800"/>
                </a:lnTo>
                <a:lnTo>
                  <a:pt x="645736" y="3454400"/>
                </a:lnTo>
                <a:lnTo>
                  <a:pt x="613026" y="3416300"/>
                </a:lnTo>
                <a:lnTo>
                  <a:pt x="581011" y="3390900"/>
                </a:lnTo>
                <a:lnTo>
                  <a:pt x="549706" y="3352800"/>
                </a:lnTo>
                <a:lnTo>
                  <a:pt x="519124" y="3327400"/>
                </a:lnTo>
                <a:lnTo>
                  <a:pt x="489276" y="3289300"/>
                </a:lnTo>
                <a:lnTo>
                  <a:pt x="460178" y="3251200"/>
                </a:lnTo>
                <a:lnTo>
                  <a:pt x="431840" y="3225800"/>
                </a:lnTo>
                <a:lnTo>
                  <a:pt x="404278" y="3187700"/>
                </a:lnTo>
                <a:lnTo>
                  <a:pt x="377502" y="3149600"/>
                </a:lnTo>
                <a:lnTo>
                  <a:pt x="351528" y="3111500"/>
                </a:lnTo>
                <a:lnTo>
                  <a:pt x="326367" y="3073400"/>
                </a:lnTo>
                <a:lnTo>
                  <a:pt x="302033" y="3035300"/>
                </a:lnTo>
                <a:lnTo>
                  <a:pt x="278539" y="2997200"/>
                </a:lnTo>
                <a:lnTo>
                  <a:pt x="255898" y="2959100"/>
                </a:lnTo>
                <a:lnTo>
                  <a:pt x="234123" y="2921000"/>
                </a:lnTo>
                <a:lnTo>
                  <a:pt x="213227" y="2882900"/>
                </a:lnTo>
                <a:lnTo>
                  <a:pt x="193222" y="2844800"/>
                </a:lnTo>
                <a:lnTo>
                  <a:pt x="174123" y="2794000"/>
                </a:lnTo>
                <a:lnTo>
                  <a:pt x="155943" y="2755900"/>
                </a:lnTo>
                <a:lnTo>
                  <a:pt x="138693" y="2717800"/>
                </a:lnTo>
                <a:lnTo>
                  <a:pt x="122388" y="2667000"/>
                </a:lnTo>
                <a:lnTo>
                  <a:pt x="107040" y="2628900"/>
                </a:lnTo>
                <a:lnTo>
                  <a:pt x="92662" y="2590800"/>
                </a:lnTo>
                <a:lnTo>
                  <a:pt x="79268" y="2540000"/>
                </a:lnTo>
                <a:lnTo>
                  <a:pt x="66870" y="2501900"/>
                </a:lnTo>
                <a:lnTo>
                  <a:pt x="55482" y="2451100"/>
                </a:lnTo>
                <a:lnTo>
                  <a:pt x="45117" y="2413000"/>
                </a:lnTo>
                <a:lnTo>
                  <a:pt x="35787" y="2362200"/>
                </a:lnTo>
                <a:lnTo>
                  <a:pt x="27506" y="2311400"/>
                </a:lnTo>
                <a:lnTo>
                  <a:pt x="20287" y="2273300"/>
                </a:lnTo>
                <a:lnTo>
                  <a:pt x="14142" y="2222500"/>
                </a:lnTo>
                <a:lnTo>
                  <a:pt x="9086" y="2171700"/>
                </a:lnTo>
                <a:lnTo>
                  <a:pt x="5130" y="2133600"/>
                </a:lnTo>
                <a:lnTo>
                  <a:pt x="2288" y="2082800"/>
                </a:lnTo>
                <a:lnTo>
                  <a:pt x="574" y="2032000"/>
                </a:lnTo>
                <a:lnTo>
                  <a:pt x="0" y="1981200"/>
                </a:lnTo>
                <a:lnTo>
                  <a:pt x="574" y="1943100"/>
                </a:lnTo>
                <a:lnTo>
                  <a:pt x="2288" y="1892300"/>
                </a:lnTo>
                <a:lnTo>
                  <a:pt x="5130" y="1841500"/>
                </a:lnTo>
                <a:lnTo>
                  <a:pt x="9086" y="1790700"/>
                </a:lnTo>
                <a:lnTo>
                  <a:pt x="14142" y="1752600"/>
                </a:lnTo>
                <a:lnTo>
                  <a:pt x="20287" y="1701800"/>
                </a:lnTo>
                <a:lnTo>
                  <a:pt x="27506" y="1651000"/>
                </a:lnTo>
                <a:lnTo>
                  <a:pt x="35787" y="1612900"/>
                </a:lnTo>
                <a:lnTo>
                  <a:pt x="45117" y="1562100"/>
                </a:lnTo>
                <a:lnTo>
                  <a:pt x="55482" y="1524000"/>
                </a:lnTo>
                <a:lnTo>
                  <a:pt x="66870" y="1473200"/>
                </a:lnTo>
                <a:lnTo>
                  <a:pt x="79268" y="1435100"/>
                </a:lnTo>
                <a:lnTo>
                  <a:pt x="92662" y="1384300"/>
                </a:lnTo>
                <a:lnTo>
                  <a:pt x="107040" y="1346200"/>
                </a:lnTo>
                <a:lnTo>
                  <a:pt x="122388" y="1295400"/>
                </a:lnTo>
                <a:lnTo>
                  <a:pt x="138693" y="1257300"/>
                </a:lnTo>
                <a:lnTo>
                  <a:pt x="155943" y="1219200"/>
                </a:lnTo>
                <a:lnTo>
                  <a:pt x="174123" y="1168400"/>
                </a:lnTo>
                <a:lnTo>
                  <a:pt x="193222" y="1130300"/>
                </a:lnTo>
                <a:lnTo>
                  <a:pt x="213227" y="1092200"/>
                </a:lnTo>
                <a:lnTo>
                  <a:pt x="234123" y="1054100"/>
                </a:lnTo>
                <a:lnTo>
                  <a:pt x="255898" y="1016000"/>
                </a:lnTo>
                <a:lnTo>
                  <a:pt x="278539" y="977900"/>
                </a:lnTo>
                <a:lnTo>
                  <a:pt x="302033" y="939800"/>
                </a:lnTo>
                <a:lnTo>
                  <a:pt x="326367" y="901700"/>
                </a:lnTo>
                <a:lnTo>
                  <a:pt x="351528" y="863600"/>
                </a:lnTo>
                <a:lnTo>
                  <a:pt x="377502" y="825500"/>
                </a:lnTo>
                <a:lnTo>
                  <a:pt x="404278" y="787400"/>
                </a:lnTo>
                <a:lnTo>
                  <a:pt x="431840" y="749300"/>
                </a:lnTo>
                <a:lnTo>
                  <a:pt x="460178" y="723900"/>
                </a:lnTo>
                <a:lnTo>
                  <a:pt x="489276" y="685800"/>
                </a:lnTo>
                <a:lnTo>
                  <a:pt x="519124" y="647700"/>
                </a:lnTo>
                <a:lnTo>
                  <a:pt x="549706" y="622300"/>
                </a:lnTo>
                <a:lnTo>
                  <a:pt x="581011" y="584200"/>
                </a:lnTo>
                <a:lnTo>
                  <a:pt x="613026" y="558800"/>
                </a:lnTo>
                <a:lnTo>
                  <a:pt x="645736" y="520700"/>
                </a:lnTo>
                <a:lnTo>
                  <a:pt x="679130" y="495300"/>
                </a:lnTo>
                <a:lnTo>
                  <a:pt x="713194" y="469900"/>
                </a:lnTo>
                <a:lnTo>
                  <a:pt x="747915" y="431800"/>
                </a:lnTo>
                <a:lnTo>
                  <a:pt x="783280" y="406400"/>
                </a:lnTo>
                <a:lnTo>
                  <a:pt x="819276" y="381000"/>
                </a:lnTo>
                <a:lnTo>
                  <a:pt x="855889" y="355600"/>
                </a:lnTo>
                <a:lnTo>
                  <a:pt x="893108" y="330200"/>
                </a:lnTo>
                <a:lnTo>
                  <a:pt x="930918" y="304800"/>
                </a:lnTo>
                <a:lnTo>
                  <a:pt x="969308" y="279400"/>
                </a:lnTo>
                <a:lnTo>
                  <a:pt x="1008262" y="266700"/>
                </a:lnTo>
                <a:lnTo>
                  <a:pt x="1087817" y="215900"/>
                </a:lnTo>
                <a:lnTo>
                  <a:pt x="1128390" y="203200"/>
                </a:lnTo>
                <a:lnTo>
                  <a:pt x="1169477" y="177800"/>
                </a:lnTo>
                <a:lnTo>
                  <a:pt x="1211065" y="165100"/>
                </a:lnTo>
                <a:lnTo>
                  <a:pt x="1253139" y="139700"/>
                </a:lnTo>
                <a:lnTo>
                  <a:pt x="1560212" y="50800"/>
                </a:lnTo>
                <a:lnTo>
                  <a:pt x="1605715" y="38100"/>
                </a:lnTo>
                <a:lnTo>
                  <a:pt x="2358207" y="38100"/>
                </a:lnTo>
                <a:lnTo>
                  <a:pt x="2403711" y="50800"/>
                </a:lnTo>
                <a:lnTo>
                  <a:pt x="2710783" y="139700"/>
                </a:lnTo>
                <a:lnTo>
                  <a:pt x="2752858" y="165100"/>
                </a:lnTo>
                <a:lnTo>
                  <a:pt x="2794445" y="177800"/>
                </a:lnTo>
                <a:lnTo>
                  <a:pt x="2835532" y="203200"/>
                </a:lnTo>
                <a:lnTo>
                  <a:pt x="2876106" y="215900"/>
                </a:lnTo>
                <a:lnTo>
                  <a:pt x="2955660" y="266700"/>
                </a:lnTo>
                <a:lnTo>
                  <a:pt x="2994615" y="279400"/>
                </a:lnTo>
                <a:lnTo>
                  <a:pt x="3033004" y="304800"/>
                </a:lnTo>
                <a:lnTo>
                  <a:pt x="3070815" y="330200"/>
                </a:lnTo>
                <a:lnTo>
                  <a:pt x="1839008" y="330200"/>
                </a:lnTo>
                <a:lnTo>
                  <a:pt x="1792073" y="342900"/>
                </a:lnTo>
                <a:lnTo>
                  <a:pt x="1745527" y="342900"/>
                </a:lnTo>
                <a:lnTo>
                  <a:pt x="1699390" y="355600"/>
                </a:lnTo>
                <a:lnTo>
                  <a:pt x="1653678" y="355600"/>
                </a:lnTo>
                <a:lnTo>
                  <a:pt x="1389403" y="431800"/>
                </a:lnTo>
                <a:lnTo>
                  <a:pt x="1347197" y="457200"/>
                </a:lnTo>
                <a:lnTo>
                  <a:pt x="1305565" y="469900"/>
                </a:lnTo>
                <a:lnTo>
                  <a:pt x="1264528" y="495300"/>
                </a:lnTo>
                <a:lnTo>
                  <a:pt x="1224102" y="508000"/>
                </a:lnTo>
                <a:lnTo>
                  <a:pt x="1184308" y="533400"/>
                </a:lnTo>
                <a:lnTo>
                  <a:pt x="1145163" y="558800"/>
                </a:lnTo>
                <a:lnTo>
                  <a:pt x="1106686" y="571500"/>
                </a:lnTo>
                <a:lnTo>
                  <a:pt x="1068896" y="596900"/>
                </a:lnTo>
                <a:lnTo>
                  <a:pt x="1031811" y="622300"/>
                </a:lnTo>
                <a:lnTo>
                  <a:pt x="995450" y="647700"/>
                </a:lnTo>
                <a:lnTo>
                  <a:pt x="959832" y="685800"/>
                </a:lnTo>
                <a:lnTo>
                  <a:pt x="924974" y="711200"/>
                </a:lnTo>
                <a:lnTo>
                  <a:pt x="890897" y="736600"/>
                </a:lnTo>
                <a:lnTo>
                  <a:pt x="857617" y="762000"/>
                </a:lnTo>
                <a:lnTo>
                  <a:pt x="825155" y="800100"/>
                </a:lnTo>
                <a:lnTo>
                  <a:pt x="793527" y="825500"/>
                </a:lnTo>
                <a:lnTo>
                  <a:pt x="762754" y="863600"/>
                </a:lnTo>
                <a:lnTo>
                  <a:pt x="732854" y="901700"/>
                </a:lnTo>
                <a:lnTo>
                  <a:pt x="703845" y="927100"/>
                </a:lnTo>
                <a:lnTo>
                  <a:pt x="675745" y="965200"/>
                </a:lnTo>
                <a:lnTo>
                  <a:pt x="648574" y="1003300"/>
                </a:lnTo>
                <a:lnTo>
                  <a:pt x="622350" y="1041400"/>
                </a:lnTo>
                <a:lnTo>
                  <a:pt x="597092" y="1079500"/>
                </a:lnTo>
                <a:lnTo>
                  <a:pt x="572818" y="1117600"/>
                </a:lnTo>
                <a:lnTo>
                  <a:pt x="549547" y="1155700"/>
                </a:lnTo>
                <a:lnTo>
                  <a:pt x="527297" y="1193800"/>
                </a:lnTo>
                <a:lnTo>
                  <a:pt x="506087" y="1231900"/>
                </a:lnTo>
                <a:lnTo>
                  <a:pt x="485936" y="1270000"/>
                </a:lnTo>
                <a:lnTo>
                  <a:pt x="466862" y="1308100"/>
                </a:lnTo>
                <a:lnTo>
                  <a:pt x="448884" y="1346200"/>
                </a:lnTo>
                <a:lnTo>
                  <a:pt x="432021" y="1397000"/>
                </a:lnTo>
                <a:lnTo>
                  <a:pt x="416290" y="1435100"/>
                </a:lnTo>
                <a:lnTo>
                  <a:pt x="401711" y="1485900"/>
                </a:lnTo>
                <a:lnTo>
                  <a:pt x="388302" y="1524000"/>
                </a:lnTo>
                <a:lnTo>
                  <a:pt x="376082" y="1562100"/>
                </a:lnTo>
                <a:lnTo>
                  <a:pt x="365069" y="1612900"/>
                </a:lnTo>
                <a:lnTo>
                  <a:pt x="355282" y="1663700"/>
                </a:lnTo>
                <a:lnTo>
                  <a:pt x="346740" y="1701800"/>
                </a:lnTo>
                <a:lnTo>
                  <a:pt x="339461" y="1752600"/>
                </a:lnTo>
                <a:lnTo>
                  <a:pt x="333463" y="1790700"/>
                </a:lnTo>
                <a:lnTo>
                  <a:pt x="328766" y="1841500"/>
                </a:lnTo>
                <a:lnTo>
                  <a:pt x="325388" y="1892300"/>
                </a:lnTo>
                <a:lnTo>
                  <a:pt x="323348" y="1943100"/>
                </a:lnTo>
                <a:lnTo>
                  <a:pt x="322664" y="1981200"/>
                </a:lnTo>
                <a:lnTo>
                  <a:pt x="323348" y="2032000"/>
                </a:lnTo>
                <a:lnTo>
                  <a:pt x="325388" y="2082800"/>
                </a:lnTo>
                <a:lnTo>
                  <a:pt x="328766" y="2133600"/>
                </a:lnTo>
                <a:lnTo>
                  <a:pt x="333463" y="2171700"/>
                </a:lnTo>
                <a:lnTo>
                  <a:pt x="339461" y="2222500"/>
                </a:lnTo>
                <a:lnTo>
                  <a:pt x="346740" y="2273300"/>
                </a:lnTo>
                <a:lnTo>
                  <a:pt x="355282" y="2311400"/>
                </a:lnTo>
                <a:lnTo>
                  <a:pt x="365069" y="2362200"/>
                </a:lnTo>
                <a:lnTo>
                  <a:pt x="376082" y="2400300"/>
                </a:lnTo>
                <a:lnTo>
                  <a:pt x="388302" y="2451100"/>
                </a:lnTo>
                <a:lnTo>
                  <a:pt x="401711" y="2489200"/>
                </a:lnTo>
                <a:lnTo>
                  <a:pt x="416290" y="2540000"/>
                </a:lnTo>
                <a:lnTo>
                  <a:pt x="432021" y="2578100"/>
                </a:lnTo>
                <a:lnTo>
                  <a:pt x="448884" y="2616200"/>
                </a:lnTo>
                <a:lnTo>
                  <a:pt x="466862" y="2667000"/>
                </a:lnTo>
                <a:lnTo>
                  <a:pt x="485936" y="2705100"/>
                </a:lnTo>
                <a:lnTo>
                  <a:pt x="506087" y="2743200"/>
                </a:lnTo>
                <a:lnTo>
                  <a:pt x="527297" y="2781300"/>
                </a:lnTo>
                <a:lnTo>
                  <a:pt x="549547" y="2819400"/>
                </a:lnTo>
                <a:lnTo>
                  <a:pt x="572818" y="2857500"/>
                </a:lnTo>
                <a:lnTo>
                  <a:pt x="597092" y="2895600"/>
                </a:lnTo>
                <a:lnTo>
                  <a:pt x="622350" y="2933700"/>
                </a:lnTo>
                <a:lnTo>
                  <a:pt x="648574" y="2971800"/>
                </a:lnTo>
                <a:lnTo>
                  <a:pt x="675745" y="3009900"/>
                </a:lnTo>
                <a:lnTo>
                  <a:pt x="703845" y="3048000"/>
                </a:lnTo>
                <a:lnTo>
                  <a:pt x="732854" y="3073400"/>
                </a:lnTo>
                <a:lnTo>
                  <a:pt x="762754" y="3111500"/>
                </a:lnTo>
                <a:lnTo>
                  <a:pt x="793527" y="3149600"/>
                </a:lnTo>
                <a:lnTo>
                  <a:pt x="825155" y="3175000"/>
                </a:lnTo>
                <a:lnTo>
                  <a:pt x="857617" y="3200400"/>
                </a:lnTo>
                <a:lnTo>
                  <a:pt x="890897" y="3238500"/>
                </a:lnTo>
                <a:lnTo>
                  <a:pt x="924974" y="3263900"/>
                </a:lnTo>
                <a:lnTo>
                  <a:pt x="959832" y="3289300"/>
                </a:lnTo>
                <a:lnTo>
                  <a:pt x="995450" y="3314700"/>
                </a:lnTo>
                <a:lnTo>
                  <a:pt x="1031811" y="3340100"/>
                </a:lnTo>
                <a:lnTo>
                  <a:pt x="1068896" y="3365500"/>
                </a:lnTo>
                <a:lnTo>
                  <a:pt x="1106686" y="3390900"/>
                </a:lnTo>
                <a:lnTo>
                  <a:pt x="1145163" y="3416300"/>
                </a:lnTo>
                <a:lnTo>
                  <a:pt x="1184308" y="3441700"/>
                </a:lnTo>
                <a:lnTo>
                  <a:pt x="1224102" y="3467100"/>
                </a:lnTo>
                <a:lnTo>
                  <a:pt x="1264528" y="3479800"/>
                </a:lnTo>
                <a:lnTo>
                  <a:pt x="1305565" y="3505200"/>
                </a:lnTo>
                <a:lnTo>
                  <a:pt x="1389403" y="3530600"/>
                </a:lnTo>
                <a:lnTo>
                  <a:pt x="1432166" y="3556000"/>
                </a:lnTo>
                <a:lnTo>
                  <a:pt x="1653678" y="3619500"/>
                </a:lnTo>
                <a:lnTo>
                  <a:pt x="1699390" y="3619500"/>
                </a:lnTo>
                <a:lnTo>
                  <a:pt x="1745527" y="3632200"/>
                </a:lnTo>
                <a:lnTo>
                  <a:pt x="1792073" y="3632200"/>
                </a:lnTo>
                <a:lnTo>
                  <a:pt x="1839008" y="3644900"/>
                </a:lnTo>
                <a:lnTo>
                  <a:pt x="3070465" y="3644900"/>
                </a:lnTo>
                <a:lnTo>
                  <a:pt x="3032653" y="3670300"/>
                </a:lnTo>
                <a:lnTo>
                  <a:pt x="2994263" y="3695700"/>
                </a:lnTo>
                <a:lnTo>
                  <a:pt x="2955308" y="3708400"/>
                </a:lnTo>
                <a:lnTo>
                  <a:pt x="2875757" y="3759200"/>
                </a:lnTo>
                <a:lnTo>
                  <a:pt x="2835187" y="3771900"/>
                </a:lnTo>
                <a:lnTo>
                  <a:pt x="2794105" y="3797300"/>
                </a:lnTo>
                <a:lnTo>
                  <a:pt x="2752524" y="3810000"/>
                </a:lnTo>
                <a:lnTo>
                  <a:pt x="2710456" y="3835400"/>
                </a:lnTo>
                <a:lnTo>
                  <a:pt x="2667916" y="3848100"/>
                </a:lnTo>
                <a:lnTo>
                  <a:pt x="2357990" y="3937000"/>
                </a:lnTo>
                <a:close/>
              </a:path>
              <a:path w="3964304" h="3962400">
                <a:moveTo>
                  <a:pt x="3070465" y="3644900"/>
                </a:moveTo>
                <a:lnTo>
                  <a:pt x="2124915" y="3644900"/>
                </a:lnTo>
                <a:lnTo>
                  <a:pt x="2171850" y="3632200"/>
                </a:lnTo>
                <a:lnTo>
                  <a:pt x="2218395" y="3632200"/>
                </a:lnTo>
                <a:lnTo>
                  <a:pt x="2264533" y="3619500"/>
                </a:lnTo>
                <a:lnTo>
                  <a:pt x="2310245" y="3619500"/>
                </a:lnTo>
                <a:lnTo>
                  <a:pt x="2531757" y="3556000"/>
                </a:lnTo>
                <a:lnTo>
                  <a:pt x="2574519" y="3530600"/>
                </a:lnTo>
                <a:lnTo>
                  <a:pt x="2658357" y="3505200"/>
                </a:lnTo>
                <a:lnTo>
                  <a:pt x="2699395" y="3479800"/>
                </a:lnTo>
                <a:lnTo>
                  <a:pt x="2739820" y="3467100"/>
                </a:lnTo>
                <a:lnTo>
                  <a:pt x="2779615" y="3441700"/>
                </a:lnTo>
                <a:lnTo>
                  <a:pt x="2818760" y="3416300"/>
                </a:lnTo>
                <a:lnTo>
                  <a:pt x="2857236" y="3390900"/>
                </a:lnTo>
                <a:lnTo>
                  <a:pt x="2895027" y="3365500"/>
                </a:lnTo>
                <a:lnTo>
                  <a:pt x="2932111" y="3340100"/>
                </a:lnTo>
                <a:lnTo>
                  <a:pt x="2968472" y="3314700"/>
                </a:lnTo>
                <a:lnTo>
                  <a:pt x="3004091" y="3289300"/>
                </a:lnTo>
                <a:lnTo>
                  <a:pt x="3038948" y="3263900"/>
                </a:lnTo>
                <a:lnTo>
                  <a:pt x="3073026" y="3238500"/>
                </a:lnTo>
                <a:lnTo>
                  <a:pt x="3106306" y="3200400"/>
                </a:lnTo>
                <a:lnTo>
                  <a:pt x="3138768" y="3175000"/>
                </a:lnTo>
                <a:lnTo>
                  <a:pt x="3170395" y="3149600"/>
                </a:lnTo>
                <a:lnTo>
                  <a:pt x="3201168" y="3111500"/>
                </a:lnTo>
                <a:lnTo>
                  <a:pt x="3231069" y="3073400"/>
                </a:lnTo>
                <a:lnTo>
                  <a:pt x="3260078" y="3048000"/>
                </a:lnTo>
                <a:lnTo>
                  <a:pt x="3288177" y="3009900"/>
                </a:lnTo>
                <a:lnTo>
                  <a:pt x="3315348" y="2971800"/>
                </a:lnTo>
                <a:lnTo>
                  <a:pt x="3341572" y="2933700"/>
                </a:lnTo>
                <a:lnTo>
                  <a:pt x="3366830" y="2895600"/>
                </a:lnTo>
                <a:lnTo>
                  <a:pt x="3391105" y="2857500"/>
                </a:lnTo>
                <a:lnTo>
                  <a:pt x="3414376" y="2819400"/>
                </a:lnTo>
                <a:lnTo>
                  <a:pt x="3436625" y="2781300"/>
                </a:lnTo>
                <a:lnTo>
                  <a:pt x="3457835" y="2743200"/>
                </a:lnTo>
                <a:lnTo>
                  <a:pt x="3477986" y="2705100"/>
                </a:lnTo>
                <a:lnTo>
                  <a:pt x="3497060" y="2667000"/>
                </a:lnTo>
                <a:lnTo>
                  <a:pt x="3515038" y="2616200"/>
                </a:lnTo>
                <a:lnTo>
                  <a:pt x="3531902" y="2578100"/>
                </a:lnTo>
                <a:lnTo>
                  <a:pt x="3547633" y="2540000"/>
                </a:lnTo>
                <a:lnTo>
                  <a:pt x="3562212" y="2489200"/>
                </a:lnTo>
                <a:lnTo>
                  <a:pt x="3575621" y="2451100"/>
                </a:lnTo>
                <a:lnTo>
                  <a:pt x="3587841" y="2400300"/>
                </a:lnTo>
                <a:lnTo>
                  <a:pt x="3598854" y="2362200"/>
                </a:lnTo>
                <a:lnTo>
                  <a:pt x="3608641" y="2311400"/>
                </a:lnTo>
                <a:lnTo>
                  <a:pt x="3617183" y="2273300"/>
                </a:lnTo>
                <a:lnTo>
                  <a:pt x="3624462" y="2222500"/>
                </a:lnTo>
                <a:lnTo>
                  <a:pt x="3630459" y="2171700"/>
                </a:lnTo>
                <a:lnTo>
                  <a:pt x="3635156" y="2133600"/>
                </a:lnTo>
                <a:lnTo>
                  <a:pt x="3638534" y="2082800"/>
                </a:lnTo>
                <a:lnTo>
                  <a:pt x="3640575" y="2032000"/>
                </a:lnTo>
                <a:lnTo>
                  <a:pt x="3641259" y="1981200"/>
                </a:lnTo>
                <a:lnTo>
                  <a:pt x="3640575" y="1943100"/>
                </a:lnTo>
                <a:lnTo>
                  <a:pt x="3638534" y="1892300"/>
                </a:lnTo>
                <a:lnTo>
                  <a:pt x="3635156" y="1841500"/>
                </a:lnTo>
                <a:lnTo>
                  <a:pt x="3630459" y="1790700"/>
                </a:lnTo>
                <a:lnTo>
                  <a:pt x="3624462" y="1752600"/>
                </a:lnTo>
                <a:lnTo>
                  <a:pt x="3617183" y="1701800"/>
                </a:lnTo>
                <a:lnTo>
                  <a:pt x="3608641" y="1663700"/>
                </a:lnTo>
                <a:lnTo>
                  <a:pt x="3598854" y="1612900"/>
                </a:lnTo>
                <a:lnTo>
                  <a:pt x="3587841" y="1562100"/>
                </a:lnTo>
                <a:lnTo>
                  <a:pt x="3575621" y="1524000"/>
                </a:lnTo>
                <a:lnTo>
                  <a:pt x="3562212" y="1485900"/>
                </a:lnTo>
                <a:lnTo>
                  <a:pt x="3547633" y="1435100"/>
                </a:lnTo>
                <a:lnTo>
                  <a:pt x="3531902" y="1397000"/>
                </a:lnTo>
                <a:lnTo>
                  <a:pt x="3515038" y="1346200"/>
                </a:lnTo>
                <a:lnTo>
                  <a:pt x="3497060" y="1308100"/>
                </a:lnTo>
                <a:lnTo>
                  <a:pt x="3477986" y="1270000"/>
                </a:lnTo>
                <a:lnTo>
                  <a:pt x="3457835" y="1231900"/>
                </a:lnTo>
                <a:lnTo>
                  <a:pt x="3436625" y="1193800"/>
                </a:lnTo>
                <a:lnTo>
                  <a:pt x="3414376" y="1155700"/>
                </a:lnTo>
                <a:lnTo>
                  <a:pt x="3391105" y="1117600"/>
                </a:lnTo>
                <a:lnTo>
                  <a:pt x="3366830" y="1079500"/>
                </a:lnTo>
                <a:lnTo>
                  <a:pt x="3341572" y="1041400"/>
                </a:lnTo>
                <a:lnTo>
                  <a:pt x="3315348" y="1003300"/>
                </a:lnTo>
                <a:lnTo>
                  <a:pt x="3288177" y="965200"/>
                </a:lnTo>
                <a:lnTo>
                  <a:pt x="3260078" y="927100"/>
                </a:lnTo>
                <a:lnTo>
                  <a:pt x="3231069" y="901700"/>
                </a:lnTo>
                <a:lnTo>
                  <a:pt x="3201168" y="863600"/>
                </a:lnTo>
                <a:lnTo>
                  <a:pt x="3170395" y="825500"/>
                </a:lnTo>
                <a:lnTo>
                  <a:pt x="3138768" y="800100"/>
                </a:lnTo>
                <a:lnTo>
                  <a:pt x="3106306" y="762000"/>
                </a:lnTo>
                <a:lnTo>
                  <a:pt x="3073026" y="736600"/>
                </a:lnTo>
                <a:lnTo>
                  <a:pt x="3038948" y="711200"/>
                </a:lnTo>
                <a:lnTo>
                  <a:pt x="3004091" y="685800"/>
                </a:lnTo>
                <a:lnTo>
                  <a:pt x="2968472" y="647700"/>
                </a:lnTo>
                <a:lnTo>
                  <a:pt x="2932111" y="622300"/>
                </a:lnTo>
                <a:lnTo>
                  <a:pt x="2895027" y="596900"/>
                </a:lnTo>
                <a:lnTo>
                  <a:pt x="2857236" y="571500"/>
                </a:lnTo>
                <a:lnTo>
                  <a:pt x="2818760" y="558800"/>
                </a:lnTo>
                <a:lnTo>
                  <a:pt x="2779615" y="533400"/>
                </a:lnTo>
                <a:lnTo>
                  <a:pt x="2739820" y="508000"/>
                </a:lnTo>
                <a:lnTo>
                  <a:pt x="2699395" y="495300"/>
                </a:lnTo>
                <a:lnTo>
                  <a:pt x="2658357" y="469900"/>
                </a:lnTo>
                <a:lnTo>
                  <a:pt x="2616726" y="457200"/>
                </a:lnTo>
                <a:lnTo>
                  <a:pt x="2574519" y="431800"/>
                </a:lnTo>
                <a:lnTo>
                  <a:pt x="2310245" y="355600"/>
                </a:lnTo>
                <a:lnTo>
                  <a:pt x="2264533" y="355600"/>
                </a:lnTo>
                <a:lnTo>
                  <a:pt x="2218395" y="342900"/>
                </a:lnTo>
                <a:lnTo>
                  <a:pt x="2171850" y="342900"/>
                </a:lnTo>
                <a:lnTo>
                  <a:pt x="2124915" y="330200"/>
                </a:lnTo>
                <a:lnTo>
                  <a:pt x="3070815" y="330200"/>
                </a:lnTo>
                <a:lnTo>
                  <a:pt x="3108033" y="355600"/>
                </a:lnTo>
                <a:lnTo>
                  <a:pt x="3144647" y="381000"/>
                </a:lnTo>
                <a:lnTo>
                  <a:pt x="3180643" y="406400"/>
                </a:lnTo>
                <a:lnTo>
                  <a:pt x="3216008" y="431800"/>
                </a:lnTo>
                <a:lnTo>
                  <a:pt x="3250729" y="469900"/>
                </a:lnTo>
                <a:lnTo>
                  <a:pt x="3284793" y="495300"/>
                </a:lnTo>
                <a:lnTo>
                  <a:pt x="3318186" y="520700"/>
                </a:lnTo>
                <a:lnTo>
                  <a:pt x="3350897" y="558800"/>
                </a:lnTo>
                <a:lnTo>
                  <a:pt x="3382911" y="584200"/>
                </a:lnTo>
                <a:lnTo>
                  <a:pt x="3414216" y="622300"/>
                </a:lnTo>
                <a:lnTo>
                  <a:pt x="3444799" y="647700"/>
                </a:lnTo>
                <a:lnTo>
                  <a:pt x="3474646" y="685800"/>
                </a:lnTo>
                <a:lnTo>
                  <a:pt x="3503745" y="723900"/>
                </a:lnTo>
                <a:lnTo>
                  <a:pt x="3532082" y="749300"/>
                </a:lnTo>
                <a:lnTo>
                  <a:pt x="3559645" y="787400"/>
                </a:lnTo>
                <a:lnTo>
                  <a:pt x="3586420" y="825500"/>
                </a:lnTo>
                <a:lnTo>
                  <a:pt x="3612395" y="863600"/>
                </a:lnTo>
                <a:lnTo>
                  <a:pt x="3637555" y="901700"/>
                </a:lnTo>
                <a:lnTo>
                  <a:pt x="3661889" y="939800"/>
                </a:lnTo>
                <a:lnTo>
                  <a:pt x="3685383" y="977900"/>
                </a:lnTo>
                <a:lnTo>
                  <a:pt x="3708025" y="1016000"/>
                </a:lnTo>
                <a:lnTo>
                  <a:pt x="3729800" y="1054100"/>
                </a:lnTo>
                <a:lnTo>
                  <a:pt x="3750696" y="1092200"/>
                </a:lnTo>
                <a:lnTo>
                  <a:pt x="3770700" y="1130300"/>
                </a:lnTo>
                <a:lnTo>
                  <a:pt x="3789799" y="1168400"/>
                </a:lnTo>
                <a:lnTo>
                  <a:pt x="3807980" y="1219200"/>
                </a:lnTo>
                <a:lnTo>
                  <a:pt x="3825230" y="1257300"/>
                </a:lnTo>
                <a:lnTo>
                  <a:pt x="3841535" y="1295400"/>
                </a:lnTo>
                <a:lnTo>
                  <a:pt x="3856883" y="1346200"/>
                </a:lnTo>
                <a:lnTo>
                  <a:pt x="3871261" y="1384300"/>
                </a:lnTo>
                <a:lnTo>
                  <a:pt x="3884655" y="1435100"/>
                </a:lnTo>
                <a:lnTo>
                  <a:pt x="3897053" y="1473200"/>
                </a:lnTo>
                <a:lnTo>
                  <a:pt x="3908441" y="1524000"/>
                </a:lnTo>
                <a:lnTo>
                  <a:pt x="3918806" y="1562100"/>
                </a:lnTo>
                <a:lnTo>
                  <a:pt x="3928136" y="1612900"/>
                </a:lnTo>
                <a:lnTo>
                  <a:pt x="3936417" y="1651000"/>
                </a:lnTo>
                <a:lnTo>
                  <a:pt x="3943636" y="1701800"/>
                </a:lnTo>
                <a:lnTo>
                  <a:pt x="3949781" y="1752600"/>
                </a:lnTo>
                <a:lnTo>
                  <a:pt x="3954837" y="1790700"/>
                </a:lnTo>
                <a:lnTo>
                  <a:pt x="3958793" y="1841500"/>
                </a:lnTo>
                <a:lnTo>
                  <a:pt x="3961634" y="1892300"/>
                </a:lnTo>
                <a:lnTo>
                  <a:pt x="3963349" y="1943100"/>
                </a:lnTo>
                <a:lnTo>
                  <a:pt x="3963923" y="1981200"/>
                </a:lnTo>
                <a:lnTo>
                  <a:pt x="3963348" y="2032000"/>
                </a:lnTo>
                <a:lnTo>
                  <a:pt x="3961632" y="2082800"/>
                </a:lnTo>
                <a:lnTo>
                  <a:pt x="3958788" y="2133600"/>
                </a:lnTo>
                <a:lnTo>
                  <a:pt x="3954829" y="2171700"/>
                </a:lnTo>
                <a:lnTo>
                  <a:pt x="3949769" y="2222500"/>
                </a:lnTo>
                <a:lnTo>
                  <a:pt x="3943619" y="2273300"/>
                </a:lnTo>
                <a:lnTo>
                  <a:pt x="3936394" y="2311400"/>
                </a:lnTo>
                <a:lnTo>
                  <a:pt x="3928107" y="2362200"/>
                </a:lnTo>
                <a:lnTo>
                  <a:pt x="3918770" y="2413000"/>
                </a:lnTo>
                <a:lnTo>
                  <a:pt x="3908397" y="2451100"/>
                </a:lnTo>
                <a:lnTo>
                  <a:pt x="3897000" y="2501900"/>
                </a:lnTo>
                <a:lnTo>
                  <a:pt x="3884594" y="2540000"/>
                </a:lnTo>
                <a:lnTo>
                  <a:pt x="3871190" y="2590800"/>
                </a:lnTo>
                <a:lnTo>
                  <a:pt x="3856803" y="2628900"/>
                </a:lnTo>
                <a:lnTo>
                  <a:pt x="3841445" y="2667000"/>
                </a:lnTo>
                <a:lnTo>
                  <a:pt x="3825129" y="2717800"/>
                </a:lnTo>
                <a:lnTo>
                  <a:pt x="3807869" y="2755900"/>
                </a:lnTo>
                <a:lnTo>
                  <a:pt x="3789677" y="2794000"/>
                </a:lnTo>
                <a:lnTo>
                  <a:pt x="3770566" y="2844800"/>
                </a:lnTo>
                <a:lnTo>
                  <a:pt x="3750551" y="2882900"/>
                </a:lnTo>
                <a:lnTo>
                  <a:pt x="3729643" y="2921000"/>
                </a:lnTo>
                <a:lnTo>
                  <a:pt x="3707856" y="2959100"/>
                </a:lnTo>
                <a:lnTo>
                  <a:pt x="3685203" y="2997200"/>
                </a:lnTo>
                <a:lnTo>
                  <a:pt x="3661698" y="3035300"/>
                </a:lnTo>
                <a:lnTo>
                  <a:pt x="3637352" y="3073400"/>
                </a:lnTo>
                <a:lnTo>
                  <a:pt x="3612180" y="3111500"/>
                </a:lnTo>
                <a:lnTo>
                  <a:pt x="3586194" y="3149600"/>
                </a:lnTo>
                <a:lnTo>
                  <a:pt x="3559408" y="3187700"/>
                </a:lnTo>
                <a:lnTo>
                  <a:pt x="3531834" y="3225800"/>
                </a:lnTo>
                <a:lnTo>
                  <a:pt x="3503486" y="3251200"/>
                </a:lnTo>
                <a:lnTo>
                  <a:pt x="3474377" y="3289300"/>
                </a:lnTo>
                <a:lnTo>
                  <a:pt x="3444520" y="3327400"/>
                </a:lnTo>
                <a:lnTo>
                  <a:pt x="3413928" y="3352800"/>
                </a:lnTo>
                <a:lnTo>
                  <a:pt x="3382614" y="3390900"/>
                </a:lnTo>
                <a:lnTo>
                  <a:pt x="3350591" y="3416300"/>
                </a:lnTo>
                <a:lnTo>
                  <a:pt x="3317873" y="3454400"/>
                </a:lnTo>
                <a:lnTo>
                  <a:pt x="3284472" y="3479800"/>
                </a:lnTo>
                <a:lnTo>
                  <a:pt x="3250401" y="3505200"/>
                </a:lnTo>
                <a:lnTo>
                  <a:pt x="3215674" y="3530600"/>
                </a:lnTo>
                <a:lnTo>
                  <a:pt x="3180304" y="3568700"/>
                </a:lnTo>
                <a:lnTo>
                  <a:pt x="3144304" y="3594100"/>
                </a:lnTo>
                <a:lnTo>
                  <a:pt x="3107687" y="3619500"/>
                </a:lnTo>
                <a:lnTo>
                  <a:pt x="3070465" y="3644900"/>
                </a:lnTo>
                <a:close/>
              </a:path>
              <a:path w="3964304" h="3962400">
                <a:moveTo>
                  <a:pt x="2265930" y="3949700"/>
                </a:moveTo>
                <a:lnTo>
                  <a:pt x="1697819" y="3949700"/>
                </a:lnTo>
                <a:lnTo>
                  <a:pt x="1651589" y="3937000"/>
                </a:lnTo>
                <a:lnTo>
                  <a:pt x="2312137" y="3937000"/>
                </a:lnTo>
                <a:lnTo>
                  <a:pt x="2265930" y="3949700"/>
                </a:lnTo>
                <a:close/>
              </a:path>
              <a:path w="3964304" h="3962400">
                <a:moveTo>
                  <a:pt x="2172502" y="3962400"/>
                </a:moveTo>
                <a:lnTo>
                  <a:pt x="1791297" y="3962400"/>
                </a:lnTo>
                <a:lnTo>
                  <a:pt x="1744393" y="3949700"/>
                </a:lnTo>
                <a:lnTo>
                  <a:pt x="2219380" y="3949700"/>
                </a:lnTo>
                <a:lnTo>
                  <a:pt x="2172502" y="396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>
              <a:latin typeface="Aptos" panose="020B0004020202020204" pitchFamily="34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4701513"/>
            <a:ext cx="3397328" cy="3070886"/>
            <a:chOff x="0" y="4701513"/>
            <a:chExt cx="3352800" cy="3070886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02223"/>
              <a:ext cx="3352800" cy="30701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701513"/>
              <a:ext cx="2569845" cy="2877185"/>
            </a:xfrm>
            <a:custGeom>
              <a:avLst/>
              <a:gdLst/>
              <a:ahLst/>
              <a:cxnLst/>
              <a:rect l="l" t="t" r="r" b="b"/>
              <a:pathLst>
                <a:path w="2569845" h="2877184">
                  <a:moveTo>
                    <a:pt x="0" y="2877022"/>
                  </a:moveTo>
                  <a:lnTo>
                    <a:pt x="0" y="975277"/>
                  </a:lnTo>
                  <a:lnTo>
                    <a:pt x="2569228" y="0"/>
                  </a:lnTo>
                  <a:lnTo>
                    <a:pt x="2569228" y="1901741"/>
                  </a:lnTo>
                  <a:lnTo>
                    <a:pt x="0" y="2877022"/>
                  </a:lnTo>
                  <a:close/>
                </a:path>
              </a:pathLst>
            </a:custGeom>
            <a:solidFill>
              <a:srgbClr val="21BDD6">
                <a:alpha val="8587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Aptos" panose="020B0004020202020204" pitchFamily="34" charset="0"/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1302" y="894746"/>
            <a:ext cx="1505585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br>
              <a:rPr lang="en-US" spc="-65" dirty="0">
                <a:latin typeface="Aptos" panose="020B0004020202020204" pitchFamily="34" charset="0"/>
              </a:rPr>
            </a:br>
            <a:endParaRPr spc="-85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1F1F15-A4D5-6832-394A-36DC4B785852}"/>
              </a:ext>
            </a:extLst>
          </p:cNvPr>
          <p:cNvSpPr txBox="1"/>
          <p:nvPr/>
        </p:nvSpPr>
        <p:spPr>
          <a:xfrm>
            <a:off x="202617" y="3281947"/>
            <a:ext cx="2783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</a:rPr>
              <a:t>Versaa</a:t>
            </a:r>
            <a:r>
              <a:rPr lang="en-US" dirty="0">
                <a:latin typeface="Aptos" panose="020B0004020202020204" pitchFamily="34" charset="0"/>
              </a:rPr>
              <a:t> Tech delivers innovative and result-driven human capital solutions to help organizations grow.</a:t>
            </a:r>
          </a:p>
        </p:txBody>
      </p:sp>
      <p:pic>
        <p:nvPicPr>
          <p:cNvPr id="25" name="Picture 24" descr="A logo of a puzzle piece&#10;&#10;Description automatically generated">
            <a:extLst>
              <a:ext uri="{FF2B5EF4-FFF2-40B4-BE49-F238E27FC236}">
                <a16:creationId xmlns:a16="http://schemas.microsoft.com/office/drawing/2014/main" id="{28B5834D-6B9E-65B3-30EA-96BB4752ED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8552"/>
          <a:stretch/>
        </p:blipFill>
        <p:spPr>
          <a:xfrm>
            <a:off x="5181600" y="1256693"/>
            <a:ext cx="3070720" cy="3010507"/>
          </a:xfrm>
          <a:prstGeom prst="ellipse">
            <a:avLst/>
          </a:prstGeom>
          <a:noFill/>
          <a:ln w="190500" cap="rnd">
            <a:solidFill>
              <a:srgbClr val="C8C6BD"/>
            </a:solidFill>
            <a:prstDash val="solid"/>
          </a:ln>
          <a:effectLst>
            <a:glow rad="127000">
              <a:srgbClr val="73FEFF"/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279863F-5464-61EF-24A2-5A150E390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388" y="372585"/>
            <a:ext cx="2528066" cy="25117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glow rad="127000">
              <a:srgbClr val="76D6FF">
                <a:alpha val="89020"/>
              </a:srgbClr>
            </a:glow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271D5C70-6911-6B43-8AEC-9A7BD1643AAC}"/>
              </a:ext>
            </a:extLst>
          </p:cNvPr>
          <p:cNvSpPr txBox="1">
            <a:spLocks/>
          </p:cNvSpPr>
          <p:nvPr/>
        </p:nvSpPr>
        <p:spPr>
          <a:xfrm>
            <a:off x="3751657" y="74072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0E8EA-E7D4-F6EC-E9C1-0D4E2E2EA8F5}"/>
              </a:ext>
            </a:extLst>
          </p:cNvPr>
          <p:cNvSpPr txBox="1"/>
          <p:nvPr/>
        </p:nvSpPr>
        <p:spPr>
          <a:xfrm rot="20141534">
            <a:off x="3822513" y="5034427"/>
            <a:ext cx="658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Your Trusted Partner for All Human Capital Services!</a:t>
            </a:r>
          </a:p>
        </p:txBody>
      </p:sp>
    </p:spTree>
    <p:extLst>
      <p:ext uri="{BB962C8B-B14F-4D97-AF65-F5344CB8AC3E}">
        <p14:creationId xmlns:p14="http://schemas.microsoft.com/office/powerpoint/2010/main" val="418765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39C93C-0C99-BA69-12FC-1CF0C494D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36D5A9-A358-B2F2-1C60-5ACF58A83010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C0639-B2AA-0BB1-3A5C-EC29B43FF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4067756-727B-FCA7-D19C-372B137436F1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7A4416-C5BA-A76D-CCE5-D5EA7661C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523" y="685800"/>
            <a:ext cx="6843353" cy="27129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2396D7-B54B-314B-0958-9357BFFEB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523" y="3421946"/>
            <a:ext cx="6843353" cy="10364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C093AE-9167-25C0-4B4B-C2563C179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523" y="4481547"/>
            <a:ext cx="6843353" cy="10364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BD9434-9B5F-0C24-5A20-7ABA9545F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523" y="5541148"/>
            <a:ext cx="6843353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7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3650A16A-D492-C544-8662-62EF8844CC99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1F575-1F87-1DDD-D328-340EB223D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643E4-4C44-6BB5-170E-6EEE706BC417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  <a:latin typeface="Aptos" panose="020B0004020202020204" pitchFamily="34" charset="0"/>
              </a:rPr>
              <a:t>3</a:t>
            </a:fld>
            <a:endParaRPr lang="en-US" sz="1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77C9B4-21B6-014A-D883-9BA74CC6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27BBDA-40BC-D227-51C8-553609BBA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217" y="2734325"/>
            <a:ext cx="3701409" cy="23989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1D5546F-223D-2352-4EE7-1CF448955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3" y="2764279"/>
            <a:ext cx="3248292" cy="22649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C30323-09A0-CF2F-3DBC-704DE6233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0310" y="5029201"/>
            <a:ext cx="3456895" cy="23989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E83752-8A16-9BFC-C88E-2E8F67E78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4209" y="-22611"/>
            <a:ext cx="10134000" cy="265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2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B112-4661-C63A-0D4C-5BEE8DE2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E8AAC0-A18F-A4A2-9203-B4F4636D7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7A763F-D799-CFF9-69DC-9D7A94CE5B70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</a:rPr>
              <a:t>4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9B09B-667A-1F25-D506-E75F8BB33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B106C6-86EE-8ECD-B5E8-953587319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800"/>
            <a:ext cx="10058400" cy="20261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06DEB3-FF16-532A-C9B8-99D02CC14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19400"/>
            <a:ext cx="10058400" cy="10414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058E6B-2DBB-F4F3-5DF3-1B6B99EE1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88036"/>
            <a:ext cx="10058400" cy="10884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EB38F40-3F49-EAB9-83E4-6339BA6E6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3" y="5113318"/>
            <a:ext cx="6553200" cy="1037590"/>
          </a:xfrm>
          <a:prstGeom prst="rect">
            <a:avLst/>
          </a:prstGeom>
        </p:spPr>
      </p:pic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3B7C3A7A-5D02-D072-9811-51A08E6AA7C1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</p:spTree>
    <p:extLst>
      <p:ext uri="{BB962C8B-B14F-4D97-AF65-F5344CB8AC3E}">
        <p14:creationId xmlns:p14="http://schemas.microsoft.com/office/powerpoint/2010/main" val="204714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EC42-5ED0-7172-E0E4-EBBFCD54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AD4472-106D-6B9F-0B73-B72151FE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B49A41-9008-F6CD-A2C2-C1C8A3806113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</a:rPr>
              <a:t>5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806D0B-01ED-5993-AF06-F3EA2E56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FBDFBAB-AB10-1117-F48E-099DB5A3C5F5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D307A5-4658-23D8-EE87-243F45115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2" y="832516"/>
            <a:ext cx="9965608" cy="32365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9C5398-396E-317F-9FC5-B9A3E1D42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49216"/>
            <a:ext cx="10058400" cy="113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6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3EA96-7CDD-6E11-65C4-0EECCA3A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7284F-D6AF-A0AC-CB5B-FFF822B37960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56329-E325-8C04-E8FF-4FF346D2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BB0BDA2-FAB9-71C5-1BBC-C64B1CB51926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6E7E4-DCCF-465F-3894-B097ABBF8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95" y="0"/>
            <a:ext cx="9112610" cy="3068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BC0011-05BD-A6EB-C9B3-BBCB3A4BE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31974"/>
            <a:ext cx="6484430" cy="12342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3034F4-A9E9-4B68-6645-21F104733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71767"/>
            <a:ext cx="5966806" cy="11123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0C941E-4591-A593-5CD6-429066033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82" y="5883999"/>
            <a:ext cx="6498439" cy="11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3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3650A16A-D492-C544-8662-62EF8844CC99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2362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CAE672-0773-2190-28B9-24B6F58BD0A9}"/>
              </a:ext>
            </a:extLst>
          </p:cNvPr>
          <p:cNvGrpSpPr/>
          <p:nvPr/>
        </p:nvGrpSpPr>
        <p:grpSpPr>
          <a:xfrm>
            <a:off x="822939" y="5954142"/>
            <a:ext cx="1532312" cy="1403435"/>
            <a:chOff x="533400" y="5791200"/>
            <a:chExt cx="1532312" cy="1403435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D75BC4E-DB06-8AFE-4F2E-F2287FE67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059" y="5791200"/>
              <a:ext cx="956995" cy="890669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E16A98D-7AF0-FD11-FBF2-BC9695AD1428}"/>
                </a:ext>
              </a:extLst>
            </p:cNvPr>
            <p:cNvSpPr txBox="1"/>
            <p:nvPr/>
          </p:nvSpPr>
          <p:spPr>
            <a:xfrm>
              <a:off x="533400" y="6455971"/>
              <a:ext cx="153231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400" dirty="0">
                <a:latin typeface="Aptos" panose="020B000402020202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Michigan</a:t>
              </a: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USA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B145BD-90D3-407C-60A2-3B9E63B2F0BE}"/>
              </a:ext>
            </a:extLst>
          </p:cNvPr>
          <p:cNvGrpSpPr/>
          <p:nvPr/>
        </p:nvGrpSpPr>
        <p:grpSpPr>
          <a:xfrm>
            <a:off x="5732725" y="6005236"/>
            <a:ext cx="961383" cy="1336381"/>
            <a:chOff x="5591488" y="5842294"/>
            <a:chExt cx="961383" cy="1336381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B8C929D-534B-C82D-9DDC-2EEBFE72D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1488" y="5842294"/>
              <a:ext cx="961383" cy="904831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92F51B5-6222-E0F0-AFD4-C13C7E492FAF}"/>
                </a:ext>
              </a:extLst>
            </p:cNvPr>
            <p:cNvSpPr txBox="1"/>
            <p:nvPr/>
          </p:nvSpPr>
          <p:spPr>
            <a:xfrm>
              <a:off x="5591488" y="6655455"/>
              <a:ext cx="9613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Nairobi</a:t>
              </a: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Kenya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B5D69C-2238-A89F-4688-D73B55C2D0EC}"/>
              </a:ext>
            </a:extLst>
          </p:cNvPr>
          <p:cNvGrpSpPr/>
          <p:nvPr/>
        </p:nvGrpSpPr>
        <p:grpSpPr>
          <a:xfrm>
            <a:off x="4382408" y="5954142"/>
            <a:ext cx="983366" cy="1370717"/>
            <a:chOff x="4147736" y="5791200"/>
            <a:chExt cx="983366" cy="1370717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507E4AB-1EB7-81BB-81C4-D7AD3893F0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3269"/>
            <a:stretch/>
          </p:blipFill>
          <p:spPr>
            <a:xfrm>
              <a:off x="4147736" y="5791200"/>
              <a:ext cx="983366" cy="904831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3D28242-1990-A4D4-B48C-9009B1723EFD}"/>
                </a:ext>
              </a:extLst>
            </p:cNvPr>
            <p:cNvSpPr txBox="1"/>
            <p:nvPr/>
          </p:nvSpPr>
          <p:spPr>
            <a:xfrm>
              <a:off x="4158728" y="6638697"/>
              <a:ext cx="9613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Dubai</a:t>
              </a: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UAE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6DB43-3273-16EE-39AC-29E9B8257FF6}"/>
              </a:ext>
            </a:extLst>
          </p:cNvPr>
          <p:cNvGrpSpPr/>
          <p:nvPr/>
        </p:nvGrpSpPr>
        <p:grpSpPr>
          <a:xfrm>
            <a:off x="2722203" y="6002301"/>
            <a:ext cx="1293254" cy="1340677"/>
            <a:chOff x="2371107" y="5839359"/>
            <a:chExt cx="1293254" cy="1340677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40600BC-9380-F83C-6E5A-F1E6B6E44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1107" y="5839359"/>
              <a:ext cx="1293254" cy="890908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874D4BC-6D28-C14B-65F3-612453CC9B9E}"/>
                </a:ext>
              </a:extLst>
            </p:cNvPr>
            <p:cNvSpPr txBox="1"/>
            <p:nvPr/>
          </p:nvSpPr>
          <p:spPr>
            <a:xfrm>
              <a:off x="2453906" y="6656816"/>
              <a:ext cx="11276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Mexico City</a:t>
              </a: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Mexico</a:t>
              </a:r>
            </a:p>
          </p:txBody>
        </p:sp>
      </p:grp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691C9C1-6B27-DDB7-393F-87825AF7EC65}"/>
              </a:ext>
            </a:extLst>
          </p:cNvPr>
          <p:cNvSpPr/>
          <p:nvPr/>
        </p:nvSpPr>
        <p:spPr>
          <a:xfrm>
            <a:off x="745188" y="5725542"/>
            <a:ext cx="7545351" cy="1654749"/>
          </a:xfrm>
          <a:prstGeom prst="round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DB6C18-CA0F-977E-2CCD-E4DB6C150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318" y="6172200"/>
            <a:ext cx="2175082" cy="1600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5D29F5-730E-CE13-B654-3BC4F367FD4B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6F21AC5-B760-1747-88AC-166FC071BAA8}" type="slidenum">
              <a:rPr lang="en-US" sz="1000" smtClean="0">
                <a:solidFill>
                  <a:schemeClr val="bg1"/>
                </a:solidFill>
                <a:latin typeface="Aptos" panose="020B0004020202020204" pitchFamily="34" charset="0"/>
              </a:rPr>
              <a:t>7</a:t>
            </a:fld>
            <a:endParaRPr lang="en-US" sz="1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859D3-575F-E915-1118-4C7A2AE70D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21DDA66-BC32-8BDF-BAFD-7263F189AB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59303" y="5988919"/>
            <a:ext cx="983366" cy="98336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0FF38B5-076F-A126-F0BB-55C86C9DA102}"/>
              </a:ext>
            </a:extLst>
          </p:cNvPr>
          <p:cNvGrpSpPr/>
          <p:nvPr/>
        </p:nvGrpSpPr>
        <p:grpSpPr>
          <a:xfrm>
            <a:off x="7061060" y="6079805"/>
            <a:ext cx="1201796" cy="1250657"/>
            <a:chOff x="6771521" y="5916863"/>
            <a:chExt cx="1201796" cy="12506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C4CC86-03B5-30C6-0AED-6760966486CE}"/>
                </a:ext>
              </a:extLst>
            </p:cNvPr>
            <p:cNvSpPr txBox="1"/>
            <p:nvPr/>
          </p:nvSpPr>
          <p:spPr>
            <a:xfrm>
              <a:off x="6771521" y="6644300"/>
              <a:ext cx="12017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Bangaluru</a:t>
              </a:r>
            </a:p>
            <a:p>
              <a:pPr algn="ctr"/>
              <a:r>
                <a:rPr lang="en-US" sz="1400" dirty="0">
                  <a:latin typeface="Aptos" panose="020B0004020202020204" pitchFamily="34" charset="0"/>
                  <a:cs typeface="Calibri" panose="020F0502020204030204" pitchFamily="34" charset="0"/>
                </a:rPr>
                <a:t>India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0EA5DFE4-80C5-CDCA-864D-35F8A3A46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19994" y="5916863"/>
              <a:ext cx="704850" cy="801594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28E008D-4669-4791-C18E-BB70564EC1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05" y="382170"/>
            <a:ext cx="9916877" cy="4699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B65533-6D36-DE5D-B32C-56AAEA90BDF3}"/>
              </a:ext>
            </a:extLst>
          </p:cNvPr>
          <p:cNvSpPr txBox="1"/>
          <p:nvPr/>
        </p:nvSpPr>
        <p:spPr>
          <a:xfrm>
            <a:off x="3556702" y="5275773"/>
            <a:ext cx="1922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170EC"/>
                </a:solidFill>
              </a:rPr>
              <a:t>Our Presence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DBAED2-7B3F-7721-FE8B-10EF802EE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4B555B-9019-1BB7-A424-21C3BD836095}"/>
              </a:ext>
            </a:extLst>
          </p:cNvPr>
          <p:cNvSpPr txBox="1"/>
          <p:nvPr/>
        </p:nvSpPr>
        <p:spPr>
          <a:xfrm>
            <a:off x="8736402" y="74499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A54D0-8D38-600C-A9F6-569939141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79C4E9-FA14-7636-B5AB-5ED54C2C36EE}"/>
              </a:ext>
            </a:extLst>
          </p:cNvPr>
          <p:cNvSpPr txBox="1">
            <a:spLocks/>
          </p:cNvSpPr>
          <p:nvPr/>
        </p:nvSpPr>
        <p:spPr>
          <a:xfrm>
            <a:off x="0" y="74834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791A91-C3AC-AF08-F24B-F0747CF04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1676399"/>
            <a:ext cx="5266268" cy="3010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9B1810-A107-C07E-89C1-312105CD3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4776203"/>
            <a:ext cx="5266269" cy="797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71087B-24E3-FA68-F801-3204183A3E6A}"/>
              </a:ext>
            </a:extLst>
          </p:cNvPr>
          <p:cNvSpPr txBox="1"/>
          <p:nvPr/>
        </p:nvSpPr>
        <p:spPr>
          <a:xfrm>
            <a:off x="2476499" y="5743969"/>
            <a:ext cx="526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  <a:hlinkClick r:id="rId6"/>
              </a:rPr>
              <a:t>https://www.versaatech.com</a:t>
            </a:r>
            <a:endParaRPr lang="en-GB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4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69D2646-A0BD-7E87-8D55-A1EDD4F59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18" y="6364880"/>
            <a:ext cx="3657600" cy="13970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3350279" y="0"/>
            <a:ext cx="6708140" cy="4703445"/>
            <a:chOff x="3350279" y="0"/>
            <a:chExt cx="6708140" cy="4703445"/>
          </a:xfrm>
        </p:grpSpPr>
        <p:sp>
          <p:nvSpPr>
            <p:cNvPr id="3" name="object 3"/>
            <p:cNvSpPr/>
            <p:nvPr/>
          </p:nvSpPr>
          <p:spPr>
            <a:xfrm>
              <a:off x="9052243" y="911712"/>
              <a:ext cx="1006475" cy="1790700"/>
            </a:xfrm>
            <a:custGeom>
              <a:avLst/>
              <a:gdLst/>
              <a:ahLst/>
              <a:cxnLst/>
              <a:rect l="l" t="t" r="r" b="b"/>
              <a:pathLst>
                <a:path w="1006475" h="1790700">
                  <a:moveTo>
                    <a:pt x="0" y="1790339"/>
                  </a:moveTo>
                  <a:lnTo>
                    <a:pt x="0" y="381937"/>
                  </a:lnTo>
                  <a:lnTo>
                    <a:pt x="1006156" y="0"/>
                  </a:lnTo>
                  <a:lnTo>
                    <a:pt x="1006156" y="1408401"/>
                  </a:lnTo>
                  <a:lnTo>
                    <a:pt x="0" y="1790339"/>
                  </a:lnTo>
                  <a:close/>
                </a:path>
              </a:pathLst>
            </a:custGeom>
            <a:solidFill>
              <a:srgbClr val="433830"/>
            </a:solidFill>
          </p:spPr>
          <p:txBody>
            <a:bodyPr wrap="square" lIns="0" tIns="0" rIns="0" bIns="0" rtlCol="0"/>
            <a:lstStyle/>
            <a:p>
              <a:endParaRPr dirty="0">
                <a:latin typeface="Aptos" panose="020B0004020202020204" pitchFamily="34" charset="0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0279" y="0"/>
              <a:ext cx="6708120" cy="47030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2799" y="0"/>
              <a:ext cx="6675120" cy="4667885"/>
            </a:xfrm>
            <a:custGeom>
              <a:avLst/>
              <a:gdLst/>
              <a:ahLst/>
              <a:cxnLst/>
              <a:rect l="l" t="t" r="r" b="b"/>
              <a:pathLst>
                <a:path w="6675120" h="4667885">
                  <a:moveTo>
                    <a:pt x="0" y="4667414"/>
                  </a:moveTo>
                  <a:lnTo>
                    <a:pt x="0" y="0"/>
                  </a:lnTo>
                  <a:lnTo>
                    <a:pt x="6674515" y="0"/>
                  </a:lnTo>
                  <a:lnTo>
                    <a:pt x="6674515" y="2133767"/>
                  </a:lnTo>
                  <a:lnTo>
                    <a:pt x="0" y="4667414"/>
                  </a:lnTo>
                  <a:close/>
                </a:path>
              </a:pathLst>
            </a:custGeom>
            <a:solidFill>
              <a:srgbClr val="21BDD6">
                <a:alpha val="8587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Aptos" panose="020B0004020202020204" pitchFamily="34" charset="0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4723638" y="778763"/>
            <a:ext cx="3964304" cy="3962400"/>
          </a:xfrm>
          <a:custGeom>
            <a:avLst/>
            <a:gdLst/>
            <a:ahLst/>
            <a:cxnLst/>
            <a:rect l="l" t="t" r="r" b="b"/>
            <a:pathLst>
              <a:path w="3964304" h="3962400">
                <a:moveTo>
                  <a:pt x="2077876" y="12700"/>
                </a:moveTo>
                <a:lnTo>
                  <a:pt x="1886046" y="12700"/>
                </a:lnTo>
                <a:lnTo>
                  <a:pt x="1933865" y="0"/>
                </a:lnTo>
                <a:lnTo>
                  <a:pt x="2030058" y="0"/>
                </a:lnTo>
                <a:lnTo>
                  <a:pt x="2077876" y="12700"/>
                </a:lnTo>
                <a:close/>
              </a:path>
              <a:path w="3964304" h="3962400">
                <a:moveTo>
                  <a:pt x="2312334" y="38100"/>
                </a:moveTo>
                <a:lnTo>
                  <a:pt x="1651589" y="38100"/>
                </a:lnTo>
                <a:lnTo>
                  <a:pt x="1744393" y="12700"/>
                </a:lnTo>
                <a:lnTo>
                  <a:pt x="2219530" y="12700"/>
                </a:lnTo>
                <a:lnTo>
                  <a:pt x="2312334" y="38100"/>
                </a:lnTo>
                <a:close/>
              </a:path>
              <a:path w="3964304" h="3962400">
                <a:moveTo>
                  <a:pt x="2357990" y="3937000"/>
                </a:moveTo>
                <a:lnTo>
                  <a:pt x="1605715" y="3937000"/>
                </a:lnTo>
                <a:lnTo>
                  <a:pt x="1295689" y="3848100"/>
                </a:lnTo>
                <a:lnTo>
                  <a:pt x="1253139" y="3835400"/>
                </a:lnTo>
                <a:lnTo>
                  <a:pt x="1211065" y="3810000"/>
                </a:lnTo>
                <a:lnTo>
                  <a:pt x="1169477" y="3797300"/>
                </a:lnTo>
                <a:lnTo>
                  <a:pt x="1128390" y="3771900"/>
                </a:lnTo>
                <a:lnTo>
                  <a:pt x="1087817" y="3759200"/>
                </a:lnTo>
                <a:lnTo>
                  <a:pt x="1008262" y="3708400"/>
                </a:lnTo>
                <a:lnTo>
                  <a:pt x="969308" y="3695700"/>
                </a:lnTo>
                <a:lnTo>
                  <a:pt x="930918" y="3670300"/>
                </a:lnTo>
                <a:lnTo>
                  <a:pt x="893108" y="3644900"/>
                </a:lnTo>
                <a:lnTo>
                  <a:pt x="855889" y="3619500"/>
                </a:lnTo>
                <a:lnTo>
                  <a:pt x="819276" y="3594100"/>
                </a:lnTo>
                <a:lnTo>
                  <a:pt x="783280" y="3568700"/>
                </a:lnTo>
                <a:lnTo>
                  <a:pt x="747915" y="3530600"/>
                </a:lnTo>
                <a:lnTo>
                  <a:pt x="713194" y="3505200"/>
                </a:lnTo>
                <a:lnTo>
                  <a:pt x="679130" y="3479800"/>
                </a:lnTo>
                <a:lnTo>
                  <a:pt x="645736" y="3454400"/>
                </a:lnTo>
                <a:lnTo>
                  <a:pt x="613026" y="3416300"/>
                </a:lnTo>
                <a:lnTo>
                  <a:pt x="581011" y="3390900"/>
                </a:lnTo>
                <a:lnTo>
                  <a:pt x="549706" y="3352800"/>
                </a:lnTo>
                <a:lnTo>
                  <a:pt x="519124" y="3327400"/>
                </a:lnTo>
                <a:lnTo>
                  <a:pt x="489276" y="3289300"/>
                </a:lnTo>
                <a:lnTo>
                  <a:pt x="460178" y="3251200"/>
                </a:lnTo>
                <a:lnTo>
                  <a:pt x="431840" y="3225800"/>
                </a:lnTo>
                <a:lnTo>
                  <a:pt x="404278" y="3187700"/>
                </a:lnTo>
                <a:lnTo>
                  <a:pt x="377502" y="3149600"/>
                </a:lnTo>
                <a:lnTo>
                  <a:pt x="351528" y="3111500"/>
                </a:lnTo>
                <a:lnTo>
                  <a:pt x="326367" y="3073400"/>
                </a:lnTo>
                <a:lnTo>
                  <a:pt x="302033" y="3035300"/>
                </a:lnTo>
                <a:lnTo>
                  <a:pt x="278539" y="2997200"/>
                </a:lnTo>
                <a:lnTo>
                  <a:pt x="255898" y="2959100"/>
                </a:lnTo>
                <a:lnTo>
                  <a:pt x="234123" y="2921000"/>
                </a:lnTo>
                <a:lnTo>
                  <a:pt x="213227" y="2882900"/>
                </a:lnTo>
                <a:lnTo>
                  <a:pt x="193222" y="2844800"/>
                </a:lnTo>
                <a:lnTo>
                  <a:pt x="174123" y="2794000"/>
                </a:lnTo>
                <a:lnTo>
                  <a:pt x="155943" y="2755900"/>
                </a:lnTo>
                <a:lnTo>
                  <a:pt x="138693" y="2717800"/>
                </a:lnTo>
                <a:lnTo>
                  <a:pt x="122388" y="2667000"/>
                </a:lnTo>
                <a:lnTo>
                  <a:pt x="107040" y="2628900"/>
                </a:lnTo>
                <a:lnTo>
                  <a:pt x="92662" y="2590800"/>
                </a:lnTo>
                <a:lnTo>
                  <a:pt x="79268" y="2540000"/>
                </a:lnTo>
                <a:lnTo>
                  <a:pt x="66870" y="2501900"/>
                </a:lnTo>
                <a:lnTo>
                  <a:pt x="55482" y="2451100"/>
                </a:lnTo>
                <a:lnTo>
                  <a:pt x="45117" y="2413000"/>
                </a:lnTo>
                <a:lnTo>
                  <a:pt x="35787" y="2362200"/>
                </a:lnTo>
                <a:lnTo>
                  <a:pt x="27506" y="2311400"/>
                </a:lnTo>
                <a:lnTo>
                  <a:pt x="20287" y="2273300"/>
                </a:lnTo>
                <a:lnTo>
                  <a:pt x="14142" y="2222500"/>
                </a:lnTo>
                <a:lnTo>
                  <a:pt x="9086" y="2171700"/>
                </a:lnTo>
                <a:lnTo>
                  <a:pt x="5130" y="2133600"/>
                </a:lnTo>
                <a:lnTo>
                  <a:pt x="2288" y="2082800"/>
                </a:lnTo>
                <a:lnTo>
                  <a:pt x="574" y="2032000"/>
                </a:lnTo>
                <a:lnTo>
                  <a:pt x="0" y="1981200"/>
                </a:lnTo>
                <a:lnTo>
                  <a:pt x="574" y="1943100"/>
                </a:lnTo>
                <a:lnTo>
                  <a:pt x="2288" y="1892300"/>
                </a:lnTo>
                <a:lnTo>
                  <a:pt x="5130" y="1841500"/>
                </a:lnTo>
                <a:lnTo>
                  <a:pt x="9086" y="1790700"/>
                </a:lnTo>
                <a:lnTo>
                  <a:pt x="14142" y="1752600"/>
                </a:lnTo>
                <a:lnTo>
                  <a:pt x="20287" y="1701800"/>
                </a:lnTo>
                <a:lnTo>
                  <a:pt x="27506" y="1651000"/>
                </a:lnTo>
                <a:lnTo>
                  <a:pt x="35787" y="1612900"/>
                </a:lnTo>
                <a:lnTo>
                  <a:pt x="45117" y="1562100"/>
                </a:lnTo>
                <a:lnTo>
                  <a:pt x="55482" y="1524000"/>
                </a:lnTo>
                <a:lnTo>
                  <a:pt x="66870" y="1473200"/>
                </a:lnTo>
                <a:lnTo>
                  <a:pt x="79268" y="1435100"/>
                </a:lnTo>
                <a:lnTo>
                  <a:pt x="92662" y="1384300"/>
                </a:lnTo>
                <a:lnTo>
                  <a:pt x="107040" y="1346200"/>
                </a:lnTo>
                <a:lnTo>
                  <a:pt x="122388" y="1295400"/>
                </a:lnTo>
                <a:lnTo>
                  <a:pt x="138693" y="1257300"/>
                </a:lnTo>
                <a:lnTo>
                  <a:pt x="155943" y="1219200"/>
                </a:lnTo>
                <a:lnTo>
                  <a:pt x="174123" y="1168400"/>
                </a:lnTo>
                <a:lnTo>
                  <a:pt x="193222" y="1130300"/>
                </a:lnTo>
                <a:lnTo>
                  <a:pt x="213227" y="1092200"/>
                </a:lnTo>
                <a:lnTo>
                  <a:pt x="234123" y="1054100"/>
                </a:lnTo>
                <a:lnTo>
                  <a:pt x="255898" y="1016000"/>
                </a:lnTo>
                <a:lnTo>
                  <a:pt x="278539" y="977900"/>
                </a:lnTo>
                <a:lnTo>
                  <a:pt x="302033" y="939800"/>
                </a:lnTo>
                <a:lnTo>
                  <a:pt x="326367" y="901700"/>
                </a:lnTo>
                <a:lnTo>
                  <a:pt x="351528" y="863600"/>
                </a:lnTo>
                <a:lnTo>
                  <a:pt x="377502" y="825500"/>
                </a:lnTo>
                <a:lnTo>
                  <a:pt x="404278" y="787400"/>
                </a:lnTo>
                <a:lnTo>
                  <a:pt x="431840" y="749300"/>
                </a:lnTo>
                <a:lnTo>
                  <a:pt x="460178" y="723900"/>
                </a:lnTo>
                <a:lnTo>
                  <a:pt x="489276" y="685800"/>
                </a:lnTo>
                <a:lnTo>
                  <a:pt x="519124" y="647700"/>
                </a:lnTo>
                <a:lnTo>
                  <a:pt x="549706" y="622300"/>
                </a:lnTo>
                <a:lnTo>
                  <a:pt x="581011" y="584200"/>
                </a:lnTo>
                <a:lnTo>
                  <a:pt x="613026" y="558800"/>
                </a:lnTo>
                <a:lnTo>
                  <a:pt x="645736" y="520700"/>
                </a:lnTo>
                <a:lnTo>
                  <a:pt x="679130" y="495300"/>
                </a:lnTo>
                <a:lnTo>
                  <a:pt x="713194" y="469900"/>
                </a:lnTo>
                <a:lnTo>
                  <a:pt x="747915" y="431800"/>
                </a:lnTo>
                <a:lnTo>
                  <a:pt x="783280" y="406400"/>
                </a:lnTo>
                <a:lnTo>
                  <a:pt x="819276" y="381000"/>
                </a:lnTo>
                <a:lnTo>
                  <a:pt x="855889" y="355600"/>
                </a:lnTo>
                <a:lnTo>
                  <a:pt x="893108" y="330200"/>
                </a:lnTo>
                <a:lnTo>
                  <a:pt x="930918" y="304800"/>
                </a:lnTo>
                <a:lnTo>
                  <a:pt x="969308" y="279400"/>
                </a:lnTo>
                <a:lnTo>
                  <a:pt x="1008262" y="266700"/>
                </a:lnTo>
                <a:lnTo>
                  <a:pt x="1087817" y="215900"/>
                </a:lnTo>
                <a:lnTo>
                  <a:pt x="1128390" y="203200"/>
                </a:lnTo>
                <a:lnTo>
                  <a:pt x="1169477" y="177800"/>
                </a:lnTo>
                <a:lnTo>
                  <a:pt x="1211065" y="165100"/>
                </a:lnTo>
                <a:lnTo>
                  <a:pt x="1253139" y="139700"/>
                </a:lnTo>
                <a:lnTo>
                  <a:pt x="1560212" y="50800"/>
                </a:lnTo>
                <a:lnTo>
                  <a:pt x="1605715" y="38100"/>
                </a:lnTo>
                <a:lnTo>
                  <a:pt x="2358207" y="38100"/>
                </a:lnTo>
                <a:lnTo>
                  <a:pt x="2403711" y="50800"/>
                </a:lnTo>
                <a:lnTo>
                  <a:pt x="2710783" y="139700"/>
                </a:lnTo>
                <a:lnTo>
                  <a:pt x="2752858" y="165100"/>
                </a:lnTo>
                <a:lnTo>
                  <a:pt x="2794445" y="177800"/>
                </a:lnTo>
                <a:lnTo>
                  <a:pt x="2835532" y="203200"/>
                </a:lnTo>
                <a:lnTo>
                  <a:pt x="2876106" y="215900"/>
                </a:lnTo>
                <a:lnTo>
                  <a:pt x="2955660" y="266700"/>
                </a:lnTo>
                <a:lnTo>
                  <a:pt x="2994615" y="279400"/>
                </a:lnTo>
                <a:lnTo>
                  <a:pt x="3033004" y="304800"/>
                </a:lnTo>
                <a:lnTo>
                  <a:pt x="3070815" y="330200"/>
                </a:lnTo>
                <a:lnTo>
                  <a:pt x="1839008" y="330200"/>
                </a:lnTo>
                <a:lnTo>
                  <a:pt x="1792073" y="342900"/>
                </a:lnTo>
                <a:lnTo>
                  <a:pt x="1745527" y="342900"/>
                </a:lnTo>
                <a:lnTo>
                  <a:pt x="1699390" y="355600"/>
                </a:lnTo>
                <a:lnTo>
                  <a:pt x="1653678" y="355600"/>
                </a:lnTo>
                <a:lnTo>
                  <a:pt x="1389403" y="431800"/>
                </a:lnTo>
                <a:lnTo>
                  <a:pt x="1347197" y="457200"/>
                </a:lnTo>
                <a:lnTo>
                  <a:pt x="1305565" y="469900"/>
                </a:lnTo>
                <a:lnTo>
                  <a:pt x="1264528" y="495300"/>
                </a:lnTo>
                <a:lnTo>
                  <a:pt x="1224102" y="508000"/>
                </a:lnTo>
                <a:lnTo>
                  <a:pt x="1184308" y="533400"/>
                </a:lnTo>
                <a:lnTo>
                  <a:pt x="1145163" y="558800"/>
                </a:lnTo>
                <a:lnTo>
                  <a:pt x="1106686" y="571500"/>
                </a:lnTo>
                <a:lnTo>
                  <a:pt x="1068896" y="596900"/>
                </a:lnTo>
                <a:lnTo>
                  <a:pt x="1031811" y="622300"/>
                </a:lnTo>
                <a:lnTo>
                  <a:pt x="995450" y="647700"/>
                </a:lnTo>
                <a:lnTo>
                  <a:pt x="959832" y="685800"/>
                </a:lnTo>
                <a:lnTo>
                  <a:pt x="924974" y="711200"/>
                </a:lnTo>
                <a:lnTo>
                  <a:pt x="890897" y="736600"/>
                </a:lnTo>
                <a:lnTo>
                  <a:pt x="857617" y="762000"/>
                </a:lnTo>
                <a:lnTo>
                  <a:pt x="825155" y="800100"/>
                </a:lnTo>
                <a:lnTo>
                  <a:pt x="793527" y="825500"/>
                </a:lnTo>
                <a:lnTo>
                  <a:pt x="762754" y="863600"/>
                </a:lnTo>
                <a:lnTo>
                  <a:pt x="732854" y="901700"/>
                </a:lnTo>
                <a:lnTo>
                  <a:pt x="703845" y="927100"/>
                </a:lnTo>
                <a:lnTo>
                  <a:pt x="675745" y="965200"/>
                </a:lnTo>
                <a:lnTo>
                  <a:pt x="648574" y="1003300"/>
                </a:lnTo>
                <a:lnTo>
                  <a:pt x="622350" y="1041400"/>
                </a:lnTo>
                <a:lnTo>
                  <a:pt x="597092" y="1079500"/>
                </a:lnTo>
                <a:lnTo>
                  <a:pt x="572818" y="1117600"/>
                </a:lnTo>
                <a:lnTo>
                  <a:pt x="549547" y="1155700"/>
                </a:lnTo>
                <a:lnTo>
                  <a:pt x="527297" y="1193800"/>
                </a:lnTo>
                <a:lnTo>
                  <a:pt x="506087" y="1231900"/>
                </a:lnTo>
                <a:lnTo>
                  <a:pt x="485936" y="1270000"/>
                </a:lnTo>
                <a:lnTo>
                  <a:pt x="466862" y="1308100"/>
                </a:lnTo>
                <a:lnTo>
                  <a:pt x="448884" y="1346200"/>
                </a:lnTo>
                <a:lnTo>
                  <a:pt x="432021" y="1397000"/>
                </a:lnTo>
                <a:lnTo>
                  <a:pt x="416290" y="1435100"/>
                </a:lnTo>
                <a:lnTo>
                  <a:pt x="401711" y="1485900"/>
                </a:lnTo>
                <a:lnTo>
                  <a:pt x="388302" y="1524000"/>
                </a:lnTo>
                <a:lnTo>
                  <a:pt x="376082" y="1562100"/>
                </a:lnTo>
                <a:lnTo>
                  <a:pt x="365069" y="1612900"/>
                </a:lnTo>
                <a:lnTo>
                  <a:pt x="355282" y="1663700"/>
                </a:lnTo>
                <a:lnTo>
                  <a:pt x="346740" y="1701800"/>
                </a:lnTo>
                <a:lnTo>
                  <a:pt x="339461" y="1752600"/>
                </a:lnTo>
                <a:lnTo>
                  <a:pt x="333463" y="1790700"/>
                </a:lnTo>
                <a:lnTo>
                  <a:pt x="328766" y="1841500"/>
                </a:lnTo>
                <a:lnTo>
                  <a:pt x="325388" y="1892300"/>
                </a:lnTo>
                <a:lnTo>
                  <a:pt x="323348" y="1943100"/>
                </a:lnTo>
                <a:lnTo>
                  <a:pt x="322664" y="1981200"/>
                </a:lnTo>
                <a:lnTo>
                  <a:pt x="323348" y="2032000"/>
                </a:lnTo>
                <a:lnTo>
                  <a:pt x="325388" y="2082800"/>
                </a:lnTo>
                <a:lnTo>
                  <a:pt x="328766" y="2133600"/>
                </a:lnTo>
                <a:lnTo>
                  <a:pt x="333463" y="2171700"/>
                </a:lnTo>
                <a:lnTo>
                  <a:pt x="339461" y="2222500"/>
                </a:lnTo>
                <a:lnTo>
                  <a:pt x="346740" y="2273300"/>
                </a:lnTo>
                <a:lnTo>
                  <a:pt x="355282" y="2311400"/>
                </a:lnTo>
                <a:lnTo>
                  <a:pt x="365069" y="2362200"/>
                </a:lnTo>
                <a:lnTo>
                  <a:pt x="376082" y="2400300"/>
                </a:lnTo>
                <a:lnTo>
                  <a:pt x="388302" y="2451100"/>
                </a:lnTo>
                <a:lnTo>
                  <a:pt x="401711" y="2489200"/>
                </a:lnTo>
                <a:lnTo>
                  <a:pt x="416290" y="2540000"/>
                </a:lnTo>
                <a:lnTo>
                  <a:pt x="432021" y="2578100"/>
                </a:lnTo>
                <a:lnTo>
                  <a:pt x="448884" y="2616200"/>
                </a:lnTo>
                <a:lnTo>
                  <a:pt x="466862" y="2667000"/>
                </a:lnTo>
                <a:lnTo>
                  <a:pt x="485936" y="2705100"/>
                </a:lnTo>
                <a:lnTo>
                  <a:pt x="506087" y="2743200"/>
                </a:lnTo>
                <a:lnTo>
                  <a:pt x="527297" y="2781300"/>
                </a:lnTo>
                <a:lnTo>
                  <a:pt x="549547" y="2819400"/>
                </a:lnTo>
                <a:lnTo>
                  <a:pt x="572818" y="2857500"/>
                </a:lnTo>
                <a:lnTo>
                  <a:pt x="597092" y="2895600"/>
                </a:lnTo>
                <a:lnTo>
                  <a:pt x="622350" y="2933700"/>
                </a:lnTo>
                <a:lnTo>
                  <a:pt x="648574" y="2971800"/>
                </a:lnTo>
                <a:lnTo>
                  <a:pt x="675745" y="3009900"/>
                </a:lnTo>
                <a:lnTo>
                  <a:pt x="703845" y="3048000"/>
                </a:lnTo>
                <a:lnTo>
                  <a:pt x="732854" y="3073400"/>
                </a:lnTo>
                <a:lnTo>
                  <a:pt x="762754" y="3111500"/>
                </a:lnTo>
                <a:lnTo>
                  <a:pt x="793527" y="3149600"/>
                </a:lnTo>
                <a:lnTo>
                  <a:pt x="825155" y="3175000"/>
                </a:lnTo>
                <a:lnTo>
                  <a:pt x="857617" y="3200400"/>
                </a:lnTo>
                <a:lnTo>
                  <a:pt x="890897" y="3238500"/>
                </a:lnTo>
                <a:lnTo>
                  <a:pt x="924974" y="3263900"/>
                </a:lnTo>
                <a:lnTo>
                  <a:pt x="959832" y="3289300"/>
                </a:lnTo>
                <a:lnTo>
                  <a:pt x="995450" y="3314700"/>
                </a:lnTo>
                <a:lnTo>
                  <a:pt x="1031811" y="3340100"/>
                </a:lnTo>
                <a:lnTo>
                  <a:pt x="1068896" y="3365500"/>
                </a:lnTo>
                <a:lnTo>
                  <a:pt x="1106686" y="3390900"/>
                </a:lnTo>
                <a:lnTo>
                  <a:pt x="1145163" y="3416300"/>
                </a:lnTo>
                <a:lnTo>
                  <a:pt x="1184308" y="3441700"/>
                </a:lnTo>
                <a:lnTo>
                  <a:pt x="1224102" y="3467100"/>
                </a:lnTo>
                <a:lnTo>
                  <a:pt x="1264528" y="3479800"/>
                </a:lnTo>
                <a:lnTo>
                  <a:pt x="1305565" y="3505200"/>
                </a:lnTo>
                <a:lnTo>
                  <a:pt x="1389403" y="3530600"/>
                </a:lnTo>
                <a:lnTo>
                  <a:pt x="1432166" y="3556000"/>
                </a:lnTo>
                <a:lnTo>
                  <a:pt x="1653678" y="3619500"/>
                </a:lnTo>
                <a:lnTo>
                  <a:pt x="1699390" y="3619500"/>
                </a:lnTo>
                <a:lnTo>
                  <a:pt x="1745527" y="3632200"/>
                </a:lnTo>
                <a:lnTo>
                  <a:pt x="1792073" y="3632200"/>
                </a:lnTo>
                <a:lnTo>
                  <a:pt x="1839008" y="3644900"/>
                </a:lnTo>
                <a:lnTo>
                  <a:pt x="3070465" y="3644900"/>
                </a:lnTo>
                <a:lnTo>
                  <a:pt x="3032653" y="3670300"/>
                </a:lnTo>
                <a:lnTo>
                  <a:pt x="2994263" y="3695700"/>
                </a:lnTo>
                <a:lnTo>
                  <a:pt x="2955308" y="3708400"/>
                </a:lnTo>
                <a:lnTo>
                  <a:pt x="2875757" y="3759200"/>
                </a:lnTo>
                <a:lnTo>
                  <a:pt x="2835187" y="3771900"/>
                </a:lnTo>
                <a:lnTo>
                  <a:pt x="2794105" y="3797300"/>
                </a:lnTo>
                <a:lnTo>
                  <a:pt x="2752524" y="3810000"/>
                </a:lnTo>
                <a:lnTo>
                  <a:pt x="2710456" y="3835400"/>
                </a:lnTo>
                <a:lnTo>
                  <a:pt x="2667916" y="3848100"/>
                </a:lnTo>
                <a:lnTo>
                  <a:pt x="2357990" y="3937000"/>
                </a:lnTo>
                <a:close/>
              </a:path>
              <a:path w="3964304" h="3962400">
                <a:moveTo>
                  <a:pt x="3070465" y="3644900"/>
                </a:moveTo>
                <a:lnTo>
                  <a:pt x="2124915" y="3644900"/>
                </a:lnTo>
                <a:lnTo>
                  <a:pt x="2171850" y="3632200"/>
                </a:lnTo>
                <a:lnTo>
                  <a:pt x="2218395" y="3632200"/>
                </a:lnTo>
                <a:lnTo>
                  <a:pt x="2264533" y="3619500"/>
                </a:lnTo>
                <a:lnTo>
                  <a:pt x="2310245" y="3619500"/>
                </a:lnTo>
                <a:lnTo>
                  <a:pt x="2531757" y="3556000"/>
                </a:lnTo>
                <a:lnTo>
                  <a:pt x="2574519" y="3530600"/>
                </a:lnTo>
                <a:lnTo>
                  <a:pt x="2658357" y="3505200"/>
                </a:lnTo>
                <a:lnTo>
                  <a:pt x="2699395" y="3479800"/>
                </a:lnTo>
                <a:lnTo>
                  <a:pt x="2739820" y="3467100"/>
                </a:lnTo>
                <a:lnTo>
                  <a:pt x="2779615" y="3441700"/>
                </a:lnTo>
                <a:lnTo>
                  <a:pt x="2818760" y="3416300"/>
                </a:lnTo>
                <a:lnTo>
                  <a:pt x="2857236" y="3390900"/>
                </a:lnTo>
                <a:lnTo>
                  <a:pt x="2895027" y="3365500"/>
                </a:lnTo>
                <a:lnTo>
                  <a:pt x="2932111" y="3340100"/>
                </a:lnTo>
                <a:lnTo>
                  <a:pt x="2968472" y="3314700"/>
                </a:lnTo>
                <a:lnTo>
                  <a:pt x="3004091" y="3289300"/>
                </a:lnTo>
                <a:lnTo>
                  <a:pt x="3038948" y="3263900"/>
                </a:lnTo>
                <a:lnTo>
                  <a:pt x="3073026" y="3238500"/>
                </a:lnTo>
                <a:lnTo>
                  <a:pt x="3106306" y="3200400"/>
                </a:lnTo>
                <a:lnTo>
                  <a:pt x="3138768" y="3175000"/>
                </a:lnTo>
                <a:lnTo>
                  <a:pt x="3170395" y="3149600"/>
                </a:lnTo>
                <a:lnTo>
                  <a:pt x="3201168" y="3111500"/>
                </a:lnTo>
                <a:lnTo>
                  <a:pt x="3231069" y="3073400"/>
                </a:lnTo>
                <a:lnTo>
                  <a:pt x="3260078" y="3048000"/>
                </a:lnTo>
                <a:lnTo>
                  <a:pt x="3288177" y="3009900"/>
                </a:lnTo>
                <a:lnTo>
                  <a:pt x="3315348" y="2971800"/>
                </a:lnTo>
                <a:lnTo>
                  <a:pt x="3341572" y="2933700"/>
                </a:lnTo>
                <a:lnTo>
                  <a:pt x="3366830" y="2895600"/>
                </a:lnTo>
                <a:lnTo>
                  <a:pt x="3391105" y="2857500"/>
                </a:lnTo>
                <a:lnTo>
                  <a:pt x="3414376" y="2819400"/>
                </a:lnTo>
                <a:lnTo>
                  <a:pt x="3436625" y="2781300"/>
                </a:lnTo>
                <a:lnTo>
                  <a:pt x="3457835" y="2743200"/>
                </a:lnTo>
                <a:lnTo>
                  <a:pt x="3477986" y="2705100"/>
                </a:lnTo>
                <a:lnTo>
                  <a:pt x="3497060" y="2667000"/>
                </a:lnTo>
                <a:lnTo>
                  <a:pt x="3515038" y="2616200"/>
                </a:lnTo>
                <a:lnTo>
                  <a:pt x="3531902" y="2578100"/>
                </a:lnTo>
                <a:lnTo>
                  <a:pt x="3547633" y="2540000"/>
                </a:lnTo>
                <a:lnTo>
                  <a:pt x="3562212" y="2489200"/>
                </a:lnTo>
                <a:lnTo>
                  <a:pt x="3575621" y="2451100"/>
                </a:lnTo>
                <a:lnTo>
                  <a:pt x="3587841" y="2400300"/>
                </a:lnTo>
                <a:lnTo>
                  <a:pt x="3598854" y="2362200"/>
                </a:lnTo>
                <a:lnTo>
                  <a:pt x="3608641" y="2311400"/>
                </a:lnTo>
                <a:lnTo>
                  <a:pt x="3617183" y="2273300"/>
                </a:lnTo>
                <a:lnTo>
                  <a:pt x="3624462" y="2222500"/>
                </a:lnTo>
                <a:lnTo>
                  <a:pt x="3630459" y="2171700"/>
                </a:lnTo>
                <a:lnTo>
                  <a:pt x="3635156" y="2133600"/>
                </a:lnTo>
                <a:lnTo>
                  <a:pt x="3638534" y="2082800"/>
                </a:lnTo>
                <a:lnTo>
                  <a:pt x="3640575" y="2032000"/>
                </a:lnTo>
                <a:lnTo>
                  <a:pt x="3641259" y="1981200"/>
                </a:lnTo>
                <a:lnTo>
                  <a:pt x="3640575" y="1943100"/>
                </a:lnTo>
                <a:lnTo>
                  <a:pt x="3638534" y="1892300"/>
                </a:lnTo>
                <a:lnTo>
                  <a:pt x="3635156" y="1841500"/>
                </a:lnTo>
                <a:lnTo>
                  <a:pt x="3630459" y="1790700"/>
                </a:lnTo>
                <a:lnTo>
                  <a:pt x="3624462" y="1752600"/>
                </a:lnTo>
                <a:lnTo>
                  <a:pt x="3617183" y="1701800"/>
                </a:lnTo>
                <a:lnTo>
                  <a:pt x="3608641" y="1663700"/>
                </a:lnTo>
                <a:lnTo>
                  <a:pt x="3598854" y="1612900"/>
                </a:lnTo>
                <a:lnTo>
                  <a:pt x="3587841" y="1562100"/>
                </a:lnTo>
                <a:lnTo>
                  <a:pt x="3575621" y="1524000"/>
                </a:lnTo>
                <a:lnTo>
                  <a:pt x="3562212" y="1485900"/>
                </a:lnTo>
                <a:lnTo>
                  <a:pt x="3547633" y="1435100"/>
                </a:lnTo>
                <a:lnTo>
                  <a:pt x="3531902" y="1397000"/>
                </a:lnTo>
                <a:lnTo>
                  <a:pt x="3515038" y="1346200"/>
                </a:lnTo>
                <a:lnTo>
                  <a:pt x="3497060" y="1308100"/>
                </a:lnTo>
                <a:lnTo>
                  <a:pt x="3477986" y="1270000"/>
                </a:lnTo>
                <a:lnTo>
                  <a:pt x="3457835" y="1231900"/>
                </a:lnTo>
                <a:lnTo>
                  <a:pt x="3436625" y="1193800"/>
                </a:lnTo>
                <a:lnTo>
                  <a:pt x="3414376" y="1155700"/>
                </a:lnTo>
                <a:lnTo>
                  <a:pt x="3391105" y="1117600"/>
                </a:lnTo>
                <a:lnTo>
                  <a:pt x="3366830" y="1079500"/>
                </a:lnTo>
                <a:lnTo>
                  <a:pt x="3341572" y="1041400"/>
                </a:lnTo>
                <a:lnTo>
                  <a:pt x="3315348" y="1003300"/>
                </a:lnTo>
                <a:lnTo>
                  <a:pt x="3288177" y="965200"/>
                </a:lnTo>
                <a:lnTo>
                  <a:pt x="3260078" y="927100"/>
                </a:lnTo>
                <a:lnTo>
                  <a:pt x="3231069" y="901700"/>
                </a:lnTo>
                <a:lnTo>
                  <a:pt x="3201168" y="863600"/>
                </a:lnTo>
                <a:lnTo>
                  <a:pt x="3170395" y="825500"/>
                </a:lnTo>
                <a:lnTo>
                  <a:pt x="3138768" y="800100"/>
                </a:lnTo>
                <a:lnTo>
                  <a:pt x="3106306" y="762000"/>
                </a:lnTo>
                <a:lnTo>
                  <a:pt x="3073026" y="736600"/>
                </a:lnTo>
                <a:lnTo>
                  <a:pt x="3038948" y="711200"/>
                </a:lnTo>
                <a:lnTo>
                  <a:pt x="3004091" y="685800"/>
                </a:lnTo>
                <a:lnTo>
                  <a:pt x="2968472" y="647700"/>
                </a:lnTo>
                <a:lnTo>
                  <a:pt x="2932111" y="622300"/>
                </a:lnTo>
                <a:lnTo>
                  <a:pt x="2895027" y="596900"/>
                </a:lnTo>
                <a:lnTo>
                  <a:pt x="2857236" y="571500"/>
                </a:lnTo>
                <a:lnTo>
                  <a:pt x="2818760" y="558800"/>
                </a:lnTo>
                <a:lnTo>
                  <a:pt x="2779615" y="533400"/>
                </a:lnTo>
                <a:lnTo>
                  <a:pt x="2739820" y="508000"/>
                </a:lnTo>
                <a:lnTo>
                  <a:pt x="2699395" y="495300"/>
                </a:lnTo>
                <a:lnTo>
                  <a:pt x="2658357" y="469900"/>
                </a:lnTo>
                <a:lnTo>
                  <a:pt x="2616726" y="457200"/>
                </a:lnTo>
                <a:lnTo>
                  <a:pt x="2574519" y="431800"/>
                </a:lnTo>
                <a:lnTo>
                  <a:pt x="2310245" y="355600"/>
                </a:lnTo>
                <a:lnTo>
                  <a:pt x="2264533" y="355600"/>
                </a:lnTo>
                <a:lnTo>
                  <a:pt x="2218395" y="342900"/>
                </a:lnTo>
                <a:lnTo>
                  <a:pt x="2171850" y="342900"/>
                </a:lnTo>
                <a:lnTo>
                  <a:pt x="2124915" y="330200"/>
                </a:lnTo>
                <a:lnTo>
                  <a:pt x="3070815" y="330200"/>
                </a:lnTo>
                <a:lnTo>
                  <a:pt x="3108033" y="355600"/>
                </a:lnTo>
                <a:lnTo>
                  <a:pt x="3144647" y="381000"/>
                </a:lnTo>
                <a:lnTo>
                  <a:pt x="3180643" y="406400"/>
                </a:lnTo>
                <a:lnTo>
                  <a:pt x="3216008" y="431800"/>
                </a:lnTo>
                <a:lnTo>
                  <a:pt x="3250729" y="469900"/>
                </a:lnTo>
                <a:lnTo>
                  <a:pt x="3284793" y="495300"/>
                </a:lnTo>
                <a:lnTo>
                  <a:pt x="3318186" y="520700"/>
                </a:lnTo>
                <a:lnTo>
                  <a:pt x="3350897" y="558800"/>
                </a:lnTo>
                <a:lnTo>
                  <a:pt x="3382911" y="584200"/>
                </a:lnTo>
                <a:lnTo>
                  <a:pt x="3414216" y="622300"/>
                </a:lnTo>
                <a:lnTo>
                  <a:pt x="3444799" y="647700"/>
                </a:lnTo>
                <a:lnTo>
                  <a:pt x="3474646" y="685800"/>
                </a:lnTo>
                <a:lnTo>
                  <a:pt x="3503745" y="723900"/>
                </a:lnTo>
                <a:lnTo>
                  <a:pt x="3532082" y="749300"/>
                </a:lnTo>
                <a:lnTo>
                  <a:pt x="3559645" y="787400"/>
                </a:lnTo>
                <a:lnTo>
                  <a:pt x="3586420" y="825500"/>
                </a:lnTo>
                <a:lnTo>
                  <a:pt x="3612395" y="863600"/>
                </a:lnTo>
                <a:lnTo>
                  <a:pt x="3637555" y="901700"/>
                </a:lnTo>
                <a:lnTo>
                  <a:pt x="3661889" y="939800"/>
                </a:lnTo>
                <a:lnTo>
                  <a:pt x="3685383" y="977900"/>
                </a:lnTo>
                <a:lnTo>
                  <a:pt x="3708025" y="1016000"/>
                </a:lnTo>
                <a:lnTo>
                  <a:pt x="3729800" y="1054100"/>
                </a:lnTo>
                <a:lnTo>
                  <a:pt x="3750696" y="1092200"/>
                </a:lnTo>
                <a:lnTo>
                  <a:pt x="3770700" y="1130300"/>
                </a:lnTo>
                <a:lnTo>
                  <a:pt x="3789799" y="1168400"/>
                </a:lnTo>
                <a:lnTo>
                  <a:pt x="3807980" y="1219200"/>
                </a:lnTo>
                <a:lnTo>
                  <a:pt x="3825230" y="1257300"/>
                </a:lnTo>
                <a:lnTo>
                  <a:pt x="3841535" y="1295400"/>
                </a:lnTo>
                <a:lnTo>
                  <a:pt x="3856883" y="1346200"/>
                </a:lnTo>
                <a:lnTo>
                  <a:pt x="3871261" y="1384300"/>
                </a:lnTo>
                <a:lnTo>
                  <a:pt x="3884655" y="1435100"/>
                </a:lnTo>
                <a:lnTo>
                  <a:pt x="3897053" y="1473200"/>
                </a:lnTo>
                <a:lnTo>
                  <a:pt x="3908441" y="1524000"/>
                </a:lnTo>
                <a:lnTo>
                  <a:pt x="3918806" y="1562100"/>
                </a:lnTo>
                <a:lnTo>
                  <a:pt x="3928136" y="1612900"/>
                </a:lnTo>
                <a:lnTo>
                  <a:pt x="3936417" y="1651000"/>
                </a:lnTo>
                <a:lnTo>
                  <a:pt x="3943636" y="1701800"/>
                </a:lnTo>
                <a:lnTo>
                  <a:pt x="3949781" y="1752600"/>
                </a:lnTo>
                <a:lnTo>
                  <a:pt x="3954837" y="1790700"/>
                </a:lnTo>
                <a:lnTo>
                  <a:pt x="3958793" y="1841500"/>
                </a:lnTo>
                <a:lnTo>
                  <a:pt x="3961634" y="1892300"/>
                </a:lnTo>
                <a:lnTo>
                  <a:pt x="3963349" y="1943100"/>
                </a:lnTo>
                <a:lnTo>
                  <a:pt x="3963923" y="1981200"/>
                </a:lnTo>
                <a:lnTo>
                  <a:pt x="3963348" y="2032000"/>
                </a:lnTo>
                <a:lnTo>
                  <a:pt x="3961632" y="2082800"/>
                </a:lnTo>
                <a:lnTo>
                  <a:pt x="3958788" y="2133600"/>
                </a:lnTo>
                <a:lnTo>
                  <a:pt x="3954829" y="2171700"/>
                </a:lnTo>
                <a:lnTo>
                  <a:pt x="3949769" y="2222500"/>
                </a:lnTo>
                <a:lnTo>
                  <a:pt x="3943619" y="2273300"/>
                </a:lnTo>
                <a:lnTo>
                  <a:pt x="3936394" y="2311400"/>
                </a:lnTo>
                <a:lnTo>
                  <a:pt x="3928107" y="2362200"/>
                </a:lnTo>
                <a:lnTo>
                  <a:pt x="3918770" y="2413000"/>
                </a:lnTo>
                <a:lnTo>
                  <a:pt x="3908397" y="2451100"/>
                </a:lnTo>
                <a:lnTo>
                  <a:pt x="3897000" y="2501900"/>
                </a:lnTo>
                <a:lnTo>
                  <a:pt x="3884594" y="2540000"/>
                </a:lnTo>
                <a:lnTo>
                  <a:pt x="3871190" y="2590800"/>
                </a:lnTo>
                <a:lnTo>
                  <a:pt x="3856803" y="2628900"/>
                </a:lnTo>
                <a:lnTo>
                  <a:pt x="3841445" y="2667000"/>
                </a:lnTo>
                <a:lnTo>
                  <a:pt x="3825129" y="2717800"/>
                </a:lnTo>
                <a:lnTo>
                  <a:pt x="3807869" y="2755900"/>
                </a:lnTo>
                <a:lnTo>
                  <a:pt x="3789677" y="2794000"/>
                </a:lnTo>
                <a:lnTo>
                  <a:pt x="3770566" y="2844800"/>
                </a:lnTo>
                <a:lnTo>
                  <a:pt x="3750551" y="2882900"/>
                </a:lnTo>
                <a:lnTo>
                  <a:pt x="3729643" y="2921000"/>
                </a:lnTo>
                <a:lnTo>
                  <a:pt x="3707856" y="2959100"/>
                </a:lnTo>
                <a:lnTo>
                  <a:pt x="3685203" y="2997200"/>
                </a:lnTo>
                <a:lnTo>
                  <a:pt x="3661698" y="3035300"/>
                </a:lnTo>
                <a:lnTo>
                  <a:pt x="3637352" y="3073400"/>
                </a:lnTo>
                <a:lnTo>
                  <a:pt x="3612180" y="3111500"/>
                </a:lnTo>
                <a:lnTo>
                  <a:pt x="3586194" y="3149600"/>
                </a:lnTo>
                <a:lnTo>
                  <a:pt x="3559408" y="3187700"/>
                </a:lnTo>
                <a:lnTo>
                  <a:pt x="3531834" y="3225800"/>
                </a:lnTo>
                <a:lnTo>
                  <a:pt x="3503486" y="3251200"/>
                </a:lnTo>
                <a:lnTo>
                  <a:pt x="3474377" y="3289300"/>
                </a:lnTo>
                <a:lnTo>
                  <a:pt x="3444520" y="3327400"/>
                </a:lnTo>
                <a:lnTo>
                  <a:pt x="3413928" y="3352800"/>
                </a:lnTo>
                <a:lnTo>
                  <a:pt x="3382614" y="3390900"/>
                </a:lnTo>
                <a:lnTo>
                  <a:pt x="3350591" y="3416300"/>
                </a:lnTo>
                <a:lnTo>
                  <a:pt x="3317873" y="3454400"/>
                </a:lnTo>
                <a:lnTo>
                  <a:pt x="3284472" y="3479800"/>
                </a:lnTo>
                <a:lnTo>
                  <a:pt x="3250401" y="3505200"/>
                </a:lnTo>
                <a:lnTo>
                  <a:pt x="3215674" y="3530600"/>
                </a:lnTo>
                <a:lnTo>
                  <a:pt x="3180304" y="3568700"/>
                </a:lnTo>
                <a:lnTo>
                  <a:pt x="3144304" y="3594100"/>
                </a:lnTo>
                <a:lnTo>
                  <a:pt x="3107687" y="3619500"/>
                </a:lnTo>
                <a:lnTo>
                  <a:pt x="3070465" y="3644900"/>
                </a:lnTo>
                <a:close/>
              </a:path>
              <a:path w="3964304" h="3962400">
                <a:moveTo>
                  <a:pt x="2265930" y="3949700"/>
                </a:moveTo>
                <a:lnTo>
                  <a:pt x="1697819" y="3949700"/>
                </a:lnTo>
                <a:lnTo>
                  <a:pt x="1651589" y="3937000"/>
                </a:lnTo>
                <a:lnTo>
                  <a:pt x="2312137" y="3937000"/>
                </a:lnTo>
                <a:lnTo>
                  <a:pt x="2265930" y="3949700"/>
                </a:lnTo>
                <a:close/>
              </a:path>
              <a:path w="3964304" h="3962400">
                <a:moveTo>
                  <a:pt x="2172502" y="3962400"/>
                </a:moveTo>
                <a:lnTo>
                  <a:pt x="1791297" y="3962400"/>
                </a:lnTo>
                <a:lnTo>
                  <a:pt x="1744393" y="3949700"/>
                </a:lnTo>
                <a:lnTo>
                  <a:pt x="2219380" y="3949700"/>
                </a:lnTo>
                <a:lnTo>
                  <a:pt x="2172502" y="396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>
              <a:latin typeface="Aptos" panose="020B0004020202020204" pitchFamily="34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1302" y="894746"/>
            <a:ext cx="1505585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br>
              <a:rPr lang="en-US" spc="-65" dirty="0">
                <a:latin typeface="Aptos" panose="020B0004020202020204" pitchFamily="34" charset="0"/>
              </a:rPr>
            </a:br>
            <a:endParaRPr spc="-85" dirty="0">
              <a:latin typeface="Aptos" panose="020B0004020202020204" pitchFamily="34" charset="0"/>
            </a:endParaRPr>
          </a:p>
        </p:txBody>
      </p:sp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271D5C70-6911-6B43-8AEC-9A7BD1643AAC}"/>
              </a:ext>
            </a:extLst>
          </p:cNvPr>
          <p:cNvSpPr txBox="1">
            <a:spLocks/>
          </p:cNvSpPr>
          <p:nvPr/>
        </p:nvSpPr>
        <p:spPr>
          <a:xfrm>
            <a:off x="3751657" y="7407275"/>
            <a:ext cx="447875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Aptos" panose="020B0004020202020204" pitchFamily="34" charset="0"/>
              </a:rPr>
              <a:t>Copyright © 2025 Versaa Tech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0E8EA-E7D4-F6EC-E9C1-0D4E2E2EA8F5}"/>
              </a:ext>
            </a:extLst>
          </p:cNvPr>
          <p:cNvSpPr txBox="1"/>
          <p:nvPr/>
        </p:nvSpPr>
        <p:spPr>
          <a:xfrm rot="20310994">
            <a:off x="3496312" y="5156276"/>
            <a:ext cx="658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Your Trusted Partner for All Human Capital Services!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3ADD33D-2C97-813A-6A64-ACD6392ACAB7}"/>
              </a:ext>
            </a:extLst>
          </p:cNvPr>
          <p:cNvSpPr txBox="1">
            <a:spLocks/>
          </p:cNvSpPr>
          <p:nvPr/>
        </p:nvSpPr>
        <p:spPr>
          <a:xfrm>
            <a:off x="364394" y="3103249"/>
            <a:ext cx="2941149" cy="3962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>
              <a:defRPr sz="2400" b="1" i="0">
                <a:solidFill>
                  <a:srgbClr val="21BDD6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l">
              <a:lnSpc>
                <a:spcPts val="288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3200" b="0" i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b="0" i="1" dirty="0">
                <a:solidFill>
                  <a:schemeClr val="tx1"/>
                </a:solidFill>
                <a:latin typeface="Aptos" panose="020B0004020202020204" pitchFamily="34" charset="0"/>
              </a:rPr>
              <a:t>Thank You!</a:t>
            </a:r>
            <a:br>
              <a:rPr lang="en-US" sz="3200" b="0" i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br>
              <a:rPr lang="en-US" sz="3200" b="0" i="1" dirty="0">
                <a:latin typeface="Aptos" panose="020B0004020202020204" pitchFamily="34" charset="0"/>
              </a:rPr>
            </a:br>
            <a:r>
              <a:rPr lang="en-US" sz="3200" b="0" i="1" dirty="0">
                <a:solidFill>
                  <a:schemeClr val="tx1"/>
                </a:solidFill>
                <a:latin typeface="Aptos" panose="020B0004020202020204" pitchFamily="34" charset="0"/>
              </a:rPr>
              <a:t>Your Trusted Partner for All Human Capital Services!</a:t>
            </a:r>
            <a:endParaRPr lang="en-US" b="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l">
              <a:lnSpc>
                <a:spcPts val="288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www.VersaaTech.com</a:t>
            </a:r>
            <a:br>
              <a:rPr lang="pt-BR" sz="2000" b="0" i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info@VersaaTech.com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18B5BC27-6B21-CD3F-BCF3-412917A3D31F}"/>
              </a:ext>
            </a:extLst>
          </p:cNvPr>
          <p:cNvSpPr/>
          <p:nvPr/>
        </p:nvSpPr>
        <p:spPr>
          <a:xfrm flipV="1">
            <a:off x="304800" y="6812281"/>
            <a:ext cx="2604094" cy="45719"/>
          </a:xfrm>
          <a:custGeom>
            <a:avLst/>
            <a:gdLst/>
            <a:ahLst/>
            <a:cxnLst/>
            <a:rect l="l" t="t" r="r" b="b"/>
            <a:pathLst>
              <a:path w="772160">
                <a:moveTo>
                  <a:pt x="0" y="0"/>
                </a:moveTo>
                <a:lnTo>
                  <a:pt x="771606" y="0"/>
                </a:lnTo>
              </a:path>
            </a:pathLst>
          </a:custGeom>
          <a:ln w="19050">
            <a:solidFill>
              <a:srgbClr val="21BDD6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926831-5E7D-6D73-CE7B-FFA19024B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139" y="1005240"/>
            <a:ext cx="3708400" cy="3644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8B34EB-5194-25F9-F913-37CAD2F71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16" y="333862"/>
            <a:ext cx="2971800" cy="294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4D5B5F-3BBD-D3EB-B139-82F78A2A1EE3}"/>
              </a:ext>
            </a:extLst>
          </p:cNvPr>
          <p:cNvSpPr txBox="1"/>
          <p:nvPr/>
        </p:nvSpPr>
        <p:spPr>
          <a:xfrm>
            <a:off x="8736402" y="7449979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380461-D148-756C-6595-6041C1F512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390" y="6664812"/>
            <a:ext cx="10414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AA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53397</TotalTime>
  <Words>134</Words>
  <Application>Microsoft Office PowerPoint</Application>
  <PresentationFormat>Custom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Calibri</vt:lpstr>
      <vt:lpstr>Tahoma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PPT</dc:title>
  <dc:subject/>
  <dc:creator>MG</dc:creator>
  <cp:keywords/>
  <dc:description/>
  <cp:lastModifiedBy>Yash Shah</cp:lastModifiedBy>
  <cp:revision>23</cp:revision>
  <dcterms:created xsi:type="dcterms:W3CDTF">2024-09-29T18:47:05Z</dcterms:created>
  <dcterms:modified xsi:type="dcterms:W3CDTF">2025-02-10T15:19:36Z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2023-04-06T10:00:00Z</vt:filetime>
  </property>
  <property fmtid="{D5CDD505-2E9C-101B-9397-08002B2CF9AE}" pid="3" name="Creator">
    <vt:lpwstr>Canva</vt:lpwstr>
  </property>
  <property fmtid="{D5CDD505-2E9C-101B-9397-08002B2CF9AE}" pid="4" name="LastSaved">
    <vt:filetime>2024-09-29T10:00:00Z</vt:filetime>
  </property>
  <property fmtid="{D5CDD505-2E9C-101B-9397-08002B2CF9AE}" pid="5" name="Producer">
    <vt:lpwstr>Canva</vt:lpwstr>
  </property>
</Properties>
</file>